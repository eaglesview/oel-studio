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58" r:id="rId7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0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  <p15:guide id="4" pos="3589" userDrawn="1">
          <p15:clr>
            <a:srgbClr val="A4A3A4"/>
          </p15:clr>
        </p15:guide>
        <p15:guide id="5" orient="horz" pos="226" userDrawn="1">
          <p15:clr>
            <a:srgbClr val="A4A3A4"/>
          </p15:clr>
        </p15:guide>
        <p15:guide id="6" orient="horz" pos="2628">
          <p15:clr>
            <a:srgbClr val="A4A3A4"/>
          </p15:clr>
        </p15:guide>
        <p15:guide id="7" orient="horz" pos="264" userDrawn="1">
          <p15:clr>
            <a:srgbClr val="A4A3A4"/>
          </p15:clr>
        </p15:guide>
        <p15:guide id="8" orient="horz" pos="5499">
          <p15:clr>
            <a:srgbClr val="A4A3A4"/>
          </p15:clr>
        </p15:guide>
        <p15:guide id="9" pos="243">
          <p15:clr>
            <a:srgbClr val="A4A3A4"/>
          </p15:clr>
        </p15:guide>
        <p15:guide id="10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B53"/>
    <a:srgbClr val="F2B800"/>
    <a:srgbClr val="0071BC"/>
    <a:srgbClr val="0C6EA5"/>
    <a:srgbClr val="191E28"/>
    <a:srgbClr val="DF3A42"/>
    <a:srgbClr val="E75B2B"/>
    <a:srgbClr val="F47200"/>
    <a:srgbClr val="E28D17"/>
    <a:srgbClr val="D5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778" y="5"/>
      </p:cViewPr>
      <p:guideLst>
        <p:guide pos="2160"/>
        <p:guide orient="horz" pos="2880"/>
        <p:guide pos="3589"/>
        <p:guide orient="horz" pos="226"/>
        <p:guide orient="horz" pos="2628"/>
        <p:guide orient="horz" pos="264"/>
        <p:guide orient="horz" pos="5499"/>
        <p:guide pos="243"/>
        <p:guide pos="316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7E1F32-670E-42A1-BB79-BE7CF13D3D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52D9F-355D-4E4D-9520-4A19B29476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3F10A-5BE5-4EE5-83A9-FC7FBAB5AC38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D824E-CABD-4018-B1C4-F54DF49C3C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D1F29-09CA-482E-8686-EEE88BB73D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9D12F-E8AC-48C0-8B1F-BD566648D8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6547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27D22-D115-4CF2-BE84-ED8A12B36F7E}" type="datetimeFigureOut">
              <a:rPr lang="en-US" noProof="0" smtClean="0"/>
              <a:t>10/3/2026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36092-2EDF-47BF-99B1-B87430F95B70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05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33558D1-49E2-45D7-830B-B909567A9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488" y="114300"/>
            <a:ext cx="2573656" cy="8890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384791-DF80-4D0B-8144-9AFA008175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5400" y="1130300"/>
            <a:ext cx="1368744" cy="609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60577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8" userDrawn="1">
          <p15:clr>
            <a:srgbClr val="FBAE40"/>
          </p15:clr>
        </p15:guide>
        <p15:guide id="2" pos="2160" userDrawn="1">
          <p15:clr>
            <a:srgbClr val="FBAE40"/>
          </p15:clr>
        </p15:guide>
        <p15:guide id="3" pos="164" userDrawn="1">
          <p15:clr>
            <a:srgbClr val="FBAE40"/>
          </p15:clr>
        </p15:guide>
        <p15:guide id="4" pos="4156" userDrawn="1">
          <p15:clr>
            <a:srgbClr val="FBAE40"/>
          </p15:clr>
        </p15:guide>
        <p15:guide id="12" orient="horz" pos="5534" userDrawn="1">
          <p15:clr>
            <a:srgbClr val="FBAE40"/>
          </p15:clr>
        </p15:guide>
        <p15:guide id="13" orient="horz" pos="816" userDrawn="1">
          <p15:clr>
            <a:srgbClr val="FBAE40"/>
          </p15:clr>
        </p15:guide>
        <p15:guide id="14" orient="horz" pos="3833" userDrawn="1">
          <p15:clr>
            <a:srgbClr val="FBAE40"/>
          </p15:clr>
        </p15:guide>
        <p15:guide id="15" pos="159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5BE66-B004-4B62-93B5-6C3A07EE5DE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744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08F576EF-90D9-4943-AD59-97E179A8B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1213" y="397684"/>
            <a:ext cx="687600" cy="68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719922-04BF-4752-B2B4-E09CCB9C2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7168" y="573190"/>
            <a:ext cx="490859" cy="3365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74057AA9-EA84-4302-9384-6A23E315F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316744" y="641910"/>
            <a:ext cx="521714" cy="199149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06BEFA9-F9B7-41F1-A772-4959AE05A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013" y="471484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9D709A7-36F3-490C-992A-592A4B232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83447" y="1050765"/>
            <a:ext cx="687600" cy="6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C60DF2-3BE6-4737-ABFD-5D870BDA3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84233" y="1226271"/>
            <a:ext cx="490859" cy="336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065DE5F5-4F75-4EFD-B220-257C6339F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223802" y="1294991"/>
            <a:ext cx="521714" cy="199149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A29A490-1275-4B07-98CC-0682607EF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7247" y="1124565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0BCFC15-3A8B-452D-80AF-9673366EB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696" y="1698148"/>
            <a:ext cx="687600" cy="6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CD33FE-368F-4EE1-A7E6-9EF0B7E01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8651" y="1873654"/>
            <a:ext cx="490859" cy="3365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13CFC791-FE6B-43F3-89D6-05B4FFA4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308227" y="1942374"/>
            <a:ext cx="521714" cy="19914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D7889C0-4E04-45A9-9D80-6BD0A81E0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6496" y="1771948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94825F8-7DA7-4F51-B638-471DA35C3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81058" y="2329782"/>
            <a:ext cx="687600" cy="6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7B4423-EAE8-4F13-8345-2726B0CEA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81844" y="2505288"/>
            <a:ext cx="490859" cy="3365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FF955A05-BA50-4735-9046-2F7716DFC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221413" y="2574008"/>
            <a:ext cx="521714" cy="199149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600977D-8DBA-4CFE-BE48-9FCEEDCAA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858" y="2403582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 31">
            <a:extLst>
              <a:ext uri="{FF2B5EF4-FFF2-40B4-BE49-F238E27FC236}">
                <a16:creationId xmlns:a16="http://schemas.microsoft.com/office/drawing/2014/main" id="{1CF92B1A-2E02-4AA9-B861-E6A71471F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294890" y="401638"/>
            <a:ext cx="2143125" cy="2139950"/>
          </a:xfrm>
          <a:custGeom>
            <a:avLst/>
            <a:gdLst>
              <a:gd name="T0" fmla="*/ 338 w 677"/>
              <a:gd name="T1" fmla="*/ 676 h 676"/>
              <a:gd name="T2" fmla="*/ 0 w 677"/>
              <a:gd name="T3" fmla="*/ 338 h 676"/>
              <a:gd name="T4" fmla="*/ 338 w 677"/>
              <a:gd name="T5" fmla="*/ 0 h 676"/>
              <a:gd name="T6" fmla="*/ 338 w 677"/>
              <a:gd name="T7" fmla="*/ 40 h 676"/>
              <a:gd name="T8" fmla="*/ 40 w 677"/>
              <a:gd name="T9" fmla="*/ 338 h 676"/>
              <a:gd name="T10" fmla="*/ 338 w 677"/>
              <a:gd name="T11" fmla="*/ 636 h 676"/>
              <a:gd name="T12" fmla="*/ 637 w 677"/>
              <a:gd name="T13" fmla="*/ 338 h 676"/>
              <a:gd name="T14" fmla="*/ 677 w 677"/>
              <a:gd name="T15" fmla="*/ 338 h 676"/>
              <a:gd name="T16" fmla="*/ 338 w 677"/>
              <a:gd name="T17" fmla="*/ 676 h 6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7" h="676">
                <a:moveTo>
                  <a:pt x="338" y="676"/>
                </a:moveTo>
                <a:cubicBezTo>
                  <a:pt x="152" y="676"/>
                  <a:pt x="0" y="525"/>
                  <a:pt x="0" y="338"/>
                </a:cubicBezTo>
                <a:cubicBezTo>
                  <a:pt x="0" y="152"/>
                  <a:pt x="152" y="0"/>
                  <a:pt x="338" y="0"/>
                </a:cubicBezTo>
                <a:cubicBezTo>
                  <a:pt x="338" y="40"/>
                  <a:pt x="338" y="40"/>
                  <a:pt x="338" y="40"/>
                </a:cubicBezTo>
                <a:cubicBezTo>
                  <a:pt x="174" y="40"/>
                  <a:pt x="40" y="174"/>
                  <a:pt x="40" y="338"/>
                </a:cubicBezTo>
                <a:cubicBezTo>
                  <a:pt x="40" y="503"/>
                  <a:pt x="174" y="636"/>
                  <a:pt x="338" y="636"/>
                </a:cubicBezTo>
                <a:cubicBezTo>
                  <a:pt x="503" y="636"/>
                  <a:pt x="637" y="503"/>
                  <a:pt x="637" y="338"/>
                </a:cubicBezTo>
                <a:cubicBezTo>
                  <a:pt x="677" y="338"/>
                  <a:pt x="677" y="338"/>
                  <a:pt x="677" y="338"/>
                </a:cubicBezTo>
                <a:cubicBezTo>
                  <a:pt x="677" y="525"/>
                  <a:pt x="525" y="676"/>
                  <a:pt x="338" y="6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2" name="Freeform 6">
            <a:extLst>
              <a:ext uri="{FF2B5EF4-FFF2-40B4-BE49-F238E27FC236}">
                <a16:creationId xmlns:a16="http://schemas.microsoft.com/office/drawing/2014/main" id="{11DE9463-5958-4F0F-93D1-C8B5B1A8C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756040" y="847982"/>
            <a:ext cx="612000" cy="612000"/>
          </a:xfrm>
          <a:custGeom>
            <a:avLst/>
            <a:gdLst>
              <a:gd name="T0" fmla="*/ 40 w 192"/>
              <a:gd name="T1" fmla="*/ 192 h 192"/>
              <a:gd name="T2" fmla="*/ 0 w 192"/>
              <a:gd name="T3" fmla="*/ 192 h 192"/>
              <a:gd name="T4" fmla="*/ 192 w 192"/>
              <a:gd name="T5" fmla="*/ 0 h 192"/>
              <a:gd name="T6" fmla="*/ 192 w 192"/>
              <a:gd name="T7" fmla="*/ 40 h 192"/>
              <a:gd name="T8" fmla="*/ 40 w 192"/>
              <a:gd name="T9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2" h="192">
                <a:moveTo>
                  <a:pt x="40" y="192"/>
                </a:moveTo>
                <a:cubicBezTo>
                  <a:pt x="0" y="192"/>
                  <a:pt x="0" y="192"/>
                  <a:pt x="0" y="192"/>
                </a:cubicBezTo>
                <a:cubicBezTo>
                  <a:pt x="0" y="86"/>
                  <a:pt x="86" y="0"/>
                  <a:pt x="192" y="0"/>
                </a:cubicBezTo>
                <a:cubicBezTo>
                  <a:pt x="192" y="40"/>
                  <a:pt x="192" y="40"/>
                  <a:pt x="192" y="40"/>
                </a:cubicBezTo>
                <a:cubicBezTo>
                  <a:pt x="108" y="40"/>
                  <a:pt x="40" y="108"/>
                  <a:pt x="40" y="1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3" name="Freeform 35">
            <a:extLst>
              <a:ext uri="{FF2B5EF4-FFF2-40B4-BE49-F238E27FC236}">
                <a16:creationId xmlns:a16="http://schemas.microsoft.com/office/drawing/2014/main" id="{45789189-8582-4433-A709-E6F60CDD1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45703" y="552450"/>
            <a:ext cx="919162" cy="1838325"/>
          </a:xfrm>
          <a:custGeom>
            <a:avLst/>
            <a:gdLst>
              <a:gd name="T0" fmla="*/ 290 w 290"/>
              <a:gd name="T1" fmla="*/ 580 h 580"/>
              <a:gd name="T2" fmla="*/ 0 w 290"/>
              <a:gd name="T3" fmla="*/ 290 h 580"/>
              <a:gd name="T4" fmla="*/ 290 w 290"/>
              <a:gd name="T5" fmla="*/ 0 h 580"/>
              <a:gd name="T6" fmla="*/ 290 w 290"/>
              <a:gd name="T7" fmla="*/ 40 h 580"/>
              <a:gd name="T8" fmla="*/ 40 w 290"/>
              <a:gd name="T9" fmla="*/ 290 h 580"/>
              <a:gd name="T10" fmla="*/ 290 w 290"/>
              <a:gd name="T11" fmla="*/ 540 h 580"/>
              <a:gd name="T12" fmla="*/ 290 w 290"/>
              <a:gd name="T13" fmla="*/ 580 h 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0" h="580">
                <a:moveTo>
                  <a:pt x="290" y="580"/>
                </a:moveTo>
                <a:cubicBezTo>
                  <a:pt x="131" y="580"/>
                  <a:pt x="0" y="450"/>
                  <a:pt x="0" y="290"/>
                </a:cubicBezTo>
                <a:cubicBezTo>
                  <a:pt x="0" y="130"/>
                  <a:pt x="131" y="0"/>
                  <a:pt x="290" y="0"/>
                </a:cubicBezTo>
                <a:cubicBezTo>
                  <a:pt x="290" y="40"/>
                  <a:pt x="290" y="40"/>
                  <a:pt x="290" y="40"/>
                </a:cubicBezTo>
                <a:cubicBezTo>
                  <a:pt x="153" y="40"/>
                  <a:pt x="40" y="152"/>
                  <a:pt x="40" y="290"/>
                </a:cubicBezTo>
                <a:cubicBezTo>
                  <a:pt x="40" y="428"/>
                  <a:pt x="153" y="540"/>
                  <a:pt x="290" y="540"/>
                </a:cubicBezTo>
                <a:lnTo>
                  <a:pt x="290" y="5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4" name="Freeform 39">
            <a:extLst>
              <a:ext uri="{FF2B5EF4-FFF2-40B4-BE49-F238E27FC236}">
                <a16:creationId xmlns:a16="http://schemas.microsoft.com/office/drawing/2014/main" id="{83EDBE79-BE36-4F40-B7DE-BCCD1BBC0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04453" y="701675"/>
            <a:ext cx="1533525" cy="1533525"/>
          </a:xfrm>
          <a:custGeom>
            <a:avLst/>
            <a:gdLst>
              <a:gd name="T0" fmla="*/ 241 w 483"/>
              <a:gd name="T1" fmla="*/ 483 h 483"/>
              <a:gd name="T2" fmla="*/ 0 w 483"/>
              <a:gd name="T3" fmla="*/ 241 h 483"/>
              <a:gd name="T4" fmla="*/ 241 w 483"/>
              <a:gd name="T5" fmla="*/ 0 h 483"/>
              <a:gd name="T6" fmla="*/ 241 w 483"/>
              <a:gd name="T7" fmla="*/ 40 h 483"/>
              <a:gd name="T8" fmla="*/ 40 w 483"/>
              <a:gd name="T9" fmla="*/ 241 h 483"/>
              <a:gd name="T10" fmla="*/ 241 w 483"/>
              <a:gd name="T11" fmla="*/ 443 h 483"/>
              <a:gd name="T12" fmla="*/ 443 w 483"/>
              <a:gd name="T13" fmla="*/ 241 h 483"/>
              <a:gd name="T14" fmla="*/ 483 w 483"/>
              <a:gd name="T15" fmla="*/ 241 h 483"/>
              <a:gd name="T16" fmla="*/ 241 w 483"/>
              <a:gd name="T17" fmla="*/ 483 h 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83" h="483">
                <a:moveTo>
                  <a:pt x="241" y="483"/>
                </a:moveTo>
                <a:cubicBezTo>
                  <a:pt x="108" y="483"/>
                  <a:pt x="0" y="374"/>
                  <a:pt x="0" y="241"/>
                </a:cubicBezTo>
                <a:cubicBezTo>
                  <a:pt x="0" y="108"/>
                  <a:pt x="108" y="0"/>
                  <a:pt x="241" y="0"/>
                </a:cubicBezTo>
                <a:cubicBezTo>
                  <a:pt x="241" y="40"/>
                  <a:pt x="241" y="40"/>
                  <a:pt x="241" y="40"/>
                </a:cubicBezTo>
                <a:cubicBezTo>
                  <a:pt x="131" y="40"/>
                  <a:pt x="40" y="130"/>
                  <a:pt x="40" y="241"/>
                </a:cubicBezTo>
                <a:cubicBezTo>
                  <a:pt x="40" y="352"/>
                  <a:pt x="131" y="443"/>
                  <a:pt x="241" y="443"/>
                </a:cubicBezTo>
                <a:cubicBezTo>
                  <a:pt x="352" y="443"/>
                  <a:pt x="443" y="352"/>
                  <a:pt x="443" y="241"/>
                </a:cubicBezTo>
                <a:cubicBezTo>
                  <a:pt x="483" y="241"/>
                  <a:pt x="483" y="241"/>
                  <a:pt x="483" y="241"/>
                </a:cubicBezTo>
                <a:cubicBezTo>
                  <a:pt x="483" y="374"/>
                  <a:pt x="375" y="483"/>
                  <a:pt x="241" y="48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050789-727C-4664-9707-C9BABF283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24332" y="6966743"/>
            <a:ext cx="687600" cy="6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1EF253-CE3C-4D9B-930C-6890FDD93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99863" y="6966743"/>
            <a:ext cx="687600" cy="6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174B4391-ACB7-4802-8B83-22C9EF3A7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799863" y="7062143"/>
            <a:ext cx="212400" cy="496800"/>
          </a:xfrm>
          <a:custGeom>
            <a:avLst/>
            <a:gdLst>
              <a:gd name="T0" fmla="*/ 33 w 67"/>
              <a:gd name="T1" fmla="*/ 0 h 156"/>
              <a:gd name="T2" fmla="*/ 0 w 67"/>
              <a:gd name="T3" fmla="*/ 78 h 156"/>
              <a:gd name="T4" fmla="*/ 33 w 67"/>
              <a:gd name="T5" fmla="*/ 156 h 156"/>
              <a:gd name="T6" fmla="*/ 67 w 67"/>
              <a:gd name="T7" fmla="*/ 78 h 156"/>
              <a:gd name="T8" fmla="*/ 33 w 67"/>
              <a:gd name="T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156">
                <a:moveTo>
                  <a:pt x="33" y="0"/>
                </a:moveTo>
                <a:cubicBezTo>
                  <a:pt x="13" y="20"/>
                  <a:pt x="0" y="47"/>
                  <a:pt x="0" y="78"/>
                </a:cubicBezTo>
                <a:cubicBezTo>
                  <a:pt x="0" y="108"/>
                  <a:pt x="13" y="136"/>
                  <a:pt x="33" y="156"/>
                </a:cubicBezTo>
                <a:cubicBezTo>
                  <a:pt x="54" y="136"/>
                  <a:pt x="67" y="108"/>
                  <a:pt x="67" y="78"/>
                </a:cubicBezTo>
                <a:cubicBezTo>
                  <a:pt x="67" y="47"/>
                  <a:pt x="54" y="20"/>
                  <a:pt x="33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3EDD3D-68EF-4101-8C7F-D758B6CB8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171" y="5519472"/>
            <a:ext cx="687600" cy="6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EBDA0E-2BEB-40E9-8A98-AB3893D41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73171" y="6102353"/>
            <a:ext cx="687600" cy="68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4F8140EE-0BEE-4BC7-ABB4-3F5A8A2A8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rot="16200000">
            <a:off x="664771" y="5968454"/>
            <a:ext cx="104400" cy="367200"/>
          </a:xfrm>
          <a:custGeom>
            <a:avLst/>
            <a:gdLst>
              <a:gd name="T0" fmla="*/ 17 w 34"/>
              <a:gd name="T1" fmla="*/ 0 h 115"/>
              <a:gd name="T2" fmla="*/ 0 w 34"/>
              <a:gd name="T3" fmla="*/ 57 h 115"/>
              <a:gd name="T4" fmla="*/ 17 w 34"/>
              <a:gd name="T5" fmla="*/ 115 h 115"/>
              <a:gd name="T6" fmla="*/ 34 w 34"/>
              <a:gd name="T7" fmla="*/ 57 h 115"/>
              <a:gd name="T8" fmla="*/ 17 w 34"/>
              <a:gd name="T9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" h="115">
                <a:moveTo>
                  <a:pt x="17" y="0"/>
                </a:moveTo>
                <a:cubicBezTo>
                  <a:pt x="7" y="16"/>
                  <a:pt x="0" y="36"/>
                  <a:pt x="0" y="57"/>
                </a:cubicBezTo>
                <a:cubicBezTo>
                  <a:pt x="0" y="78"/>
                  <a:pt x="7" y="98"/>
                  <a:pt x="17" y="115"/>
                </a:cubicBezTo>
                <a:cubicBezTo>
                  <a:pt x="28" y="98"/>
                  <a:pt x="34" y="78"/>
                  <a:pt x="34" y="57"/>
                </a:cubicBezTo>
                <a:cubicBezTo>
                  <a:pt x="34" y="36"/>
                  <a:pt x="28" y="16"/>
                  <a:pt x="17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B66B97-5F69-4947-97AB-206569308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171" y="6966743"/>
            <a:ext cx="687600" cy="68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4D2952-A6A0-4A07-96FA-8CF8991F7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8702" y="6966743"/>
            <a:ext cx="687600" cy="6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B3B8967-E9DB-4776-96DA-BD1C34F23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954902" y="6102353"/>
            <a:ext cx="687600" cy="6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C34203-E012-4FB3-AAEE-8F8716874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171" y="4168448"/>
            <a:ext cx="687600" cy="6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96E56F0-7CC9-4133-ACEF-A2B0B60AD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8702" y="4168448"/>
            <a:ext cx="687600" cy="6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57C97CB8-5547-4EAB-A0D0-8605CDC06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48702" y="4263848"/>
            <a:ext cx="212400" cy="496800"/>
          </a:xfrm>
          <a:custGeom>
            <a:avLst/>
            <a:gdLst>
              <a:gd name="T0" fmla="*/ 33 w 67"/>
              <a:gd name="T1" fmla="*/ 0 h 156"/>
              <a:gd name="T2" fmla="*/ 0 w 67"/>
              <a:gd name="T3" fmla="*/ 78 h 156"/>
              <a:gd name="T4" fmla="*/ 33 w 67"/>
              <a:gd name="T5" fmla="*/ 156 h 156"/>
              <a:gd name="T6" fmla="*/ 67 w 67"/>
              <a:gd name="T7" fmla="*/ 78 h 156"/>
              <a:gd name="T8" fmla="*/ 33 w 67"/>
              <a:gd name="T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156">
                <a:moveTo>
                  <a:pt x="33" y="0"/>
                </a:moveTo>
                <a:cubicBezTo>
                  <a:pt x="13" y="20"/>
                  <a:pt x="0" y="47"/>
                  <a:pt x="0" y="78"/>
                </a:cubicBezTo>
                <a:cubicBezTo>
                  <a:pt x="0" y="108"/>
                  <a:pt x="13" y="136"/>
                  <a:pt x="33" y="156"/>
                </a:cubicBezTo>
                <a:cubicBezTo>
                  <a:pt x="54" y="136"/>
                  <a:pt x="67" y="108"/>
                  <a:pt x="67" y="78"/>
                </a:cubicBezTo>
                <a:cubicBezTo>
                  <a:pt x="67" y="47"/>
                  <a:pt x="54" y="20"/>
                  <a:pt x="33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88F6EC3-D793-4F3E-B49D-B5D47D8CD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171" y="3324160"/>
            <a:ext cx="687600" cy="6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03DF39-F2F2-4102-84AD-096097CFE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8702" y="3324160"/>
            <a:ext cx="687600" cy="6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 14">
            <a:extLst>
              <a:ext uri="{FF2B5EF4-FFF2-40B4-BE49-F238E27FC236}">
                <a16:creationId xmlns:a16="http://schemas.microsoft.com/office/drawing/2014/main" id="{23FC223F-1D01-4285-BF78-0C2737119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48702" y="3419560"/>
            <a:ext cx="212400" cy="496800"/>
          </a:xfrm>
          <a:custGeom>
            <a:avLst/>
            <a:gdLst>
              <a:gd name="T0" fmla="*/ 33 w 67"/>
              <a:gd name="T1" fmla="*/ 0 h 156"/>
              <a:gd name="T2" fmla="*/ 0 w 67"/>
              <a:gd name="T3" fmla="*/ 78 h 156"/>
              <a:gd name="T4" fmla="*/ 33 w 67"/>
              <a:gd name="T5" fmla="*/ 156 h 156"/>
              <a:gd name="T6" fmla="*/ 67 w 67"/>
              <a:gd name="T7" fmla="*/ 78 h 156"/>
              <a:gd name="T8" fmla="*/ 33 w 67"/>
              <a:gd name="T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156">
                <a:moveTo>
                  <a:pt x="33" y="0"/>
                </a:moveTo>
                <a:cubicBezTo>
                  <a:pt x="13" y="20"/>
                  <a:pt x="0" y="47"/>
                  <a:pt x="0" y="78"/>
                </a:cubicBezTo>
                <a:cubicBezTo>
                  <a:pt x="0" y="108"/>
                  <a:pt x="13" y="136"/>
                  <a:pt x="33" y="156"/>
                </a:cubicBezTo>
                <a:cubicBezTo>
                  <a:pt x="54" y="136"/>
                  <a:pt x="67" y="108"/>
                  <a:pt x="67" y="78"/>
                </a:cubicBezTo>
                <a:cubicBezTo>
                  <a:pt x="67" y="47"/>
                  <a:pt x="54" y="20"/>
                  <a:pt x="33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5A7B7C9-DE4D-4FC6-A41A-ABEFE21C6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7406024">
            <a:off x="610936" y="4605066"/>
            <a:ext cx="687600" cy="6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 19">
            <a:extLst>
              <a:ext uri="{FF2B5EF4-FFF2-40B4-BE49-F238E27FC236}">
                <a16:creationId xmlns:a16="http://schemas.microsoft.com/office/drawing/2014/main" id="{22A74919-F527-4939-830E-9F60DA3A7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64377" y="4604274"/>
            <a:ext cx="417600" cy="250825"/>
          </a:xfrm>
          <a:custGeom>
            <a:avLst/>
            <a:gdLst>
              <a:gd name="T0" fmla="*/ 29 w 132"/>
              <a:gd name="T1" fmla="*/ 0 h 79"/>
              <a:gd name="T2" fmla="*/ 0 w 132"/>
              <a:gd name="T3" fmla="*/ 4 h 79"/>
              <a:gd name="T4" fmla="*/ 103 w 132"/>
              <a:gd name="T5" fmla="*/ 79 h 79"/>
              <a:gd name="T6" fmla="*/ 132 w 132"/>
              <a:gd name="T7" fmla="*/ 75 h 79"/>
              <a:gd name="T8" fmla="*/ 29 w 132"/>
              <a:gd name="T9" fmla="*/ 0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2" h="79">
                <a:moveTo>
                  <a:pt x="29" y="0"/>
                </a:moveTo>
                <a:cubicBezTo>
                  <a:pt x="19" y="0"/>
                  <a:pt x="9" y="2"/>
                  <a:pt x="0" y="4"/>
                </a:cubicBezTo>
                <a:cubicBezTo>
                  <a:pt x="14" y="48"/>
                  <a:pt x="55" y="79"/>
                  <a:pt x="103" y="79"/>
                </a:cubicBezTo>
                <a:cubicBezTo>
                  <a:pt x="113" y="79"/>
                  <a:pt x="123" y="78"/>
                  <a:pt x="132" y="75"/>
                </a:cubicBezTo>
                <a:cubicBezTo>
                  <a:pt x="118" y="32"/>
                  <a:pt x="77" y="0"/>
                  <a:pt x="29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Freeform 19">
            <a:extLst>
              <a:ext uri="{FF2B5EF4-FFF2-40B4-BE49-F238E27FC236}">
                <a16:creationId xmlns:a16="http://schemas.microsoft.com/office/drawing/2014/main" id="{AE6FBE8B-E39C-4998-B7B6-91172CC2D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flipH="1">
            <a:off x="626889" y="4604274"/>
            <a:ext cx="417600" cy="250825"/>
          </a:xfrm>
          <a:custGeom>
            <a:avLst/>
            <a:gdLst>
              <a:gd name="T0" fmla="*/ 29 w 132"/>
              <a:gd name="T1" fmla="*/ 0 h 79"/>
              <a:gd name="T2" fmla="*/ 0 w 132"/>
              <a:gd name="T3" fmla="*/ 4 h 79"/>
              <a:gd name="T4" fmla="*/ 103 w 132"/>
              <a:gd name="T5" fmla="*/ 79 h 79"/>
              <a:gd name="T6" fmla="*/ 132 w 132"/>
              <a:gd name="T7" fmla="*/ 75 h 79"/>
              <a:gd name="T8" fmla="*/ 29 w 132"/>
              <a:gd name="T9" fmla="*/ 0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2" h="79">
                <a:moveTo>
                  <a:pt x="29" y="0"/>
                </a:moveTo>
                <a:cubicBezTo>
                  <a:pt x="19" y="0"/>
                  <a:pt x="9" y="2"/>
                  <a:pt x="0" y="4"/>
                </a:cubicBezTo>
                <a:cubicBezTo>
                  <a:pt x="14" y="48"/>
                  <a:pt x="55" y="79"/>
                  <a:pt x="103" y="79"/>
                </a:cubicBezTo>
                <a:cubicBezTo>
                  <a:pt x="113" y="79"/>
                  <a:pt x="123" y="78"/>
                  <a:pt x="132" y="75"/>
                </a:cubicBezTo>
                <a:cubicBezTo>
                  <a:pt x="118" y="32"/>
                  <a:pt x="77" y="0"/>
                  <a:pt x="29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25378D8-8B14-4A2D-AAEB-FCEACE27A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4536" y="5519472"/>
            <a:ext cx="687600" cy="6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6D1E1746-F2B4-4F49-AA2D-D509EA14D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954536" y="5679672"/>
            <a:ext cx="104400" cy="367200"/>
          </a:xfrm>
          <a:custGeom>
            <a:avLst/>
            <a:gdLst>
              <a:gd name="T0" fmla="*/ 17 w 34"/>
              <a:gd name="T1" fmla="*/ 0 h 115"/>
              <a:gd name="T2" fmla="*/ 0 w 34"/>
              <a:gd name="T3" fmla="*/ 57 h 115"/>
              <a:gd name="T4" fmla="*/ 17 w 34"/>
              <a:gd name="T5" fmla="*/ 115 h 115"/>
              <a:gd name="T6" fmla="*/ 34 w 34"/>
              <a:gd name="T7" fmla="*/ 57 h 115"/>
              <a:gd name="T8" fmla="*/ 17 w 34"/>
              <a:gd name="T9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" h="115">
                <a:moveTo>
                  <a:pt x="17" y="0"/>
                </a:moveTo>
                <a:cubicBezTo>
                  <a:pt x="7" y="16"/>
                  <a:pt x="0" y="36"/>
                  <a:pt x="0" y="57"/>
                </a:cubicBezTo>
                <a:cubicBezTo>
                  <a:pt x="0" y="78"/>
                  <a:pt x="7" y="98"/>
                  <a:pt x="17" y="115"/>
                </a:cubicBezTo>
                <a:cubicBezTo>
                  <a:pt x="28" y="98"/>
                  <a:pt x="34" y="78"/>
                  <a:pt x="34" y="57"/>
                </a:cubicBezTo>
                <a:cubicBezTo>
                  <a:pt x="34" y="36"/>
                  <a:pt x="28" y="16"/>
                  <a:pt x="17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FEF67661-58B9-4A1C-87C2-CD6BF535E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rot="16200000">
            <a:off x="1246502" y="5972788"/>
            <a:ext cx="104400" cy="367200"/>
          </a:xfrm>
          <a:custGeom>
            <a:avLst/>
            <a:gdLst>
              <a:gd name="T0" fmla="*/ 17 w 34"/>
              <a:gd name="T1" fmla="*/ 0 h 115"/>
              <a:gd name="T2" fmla="*/ 0 w 34"/>
              <a:gd name="T3" fmla="*/ 57 h 115"/>
              <a:gd name="T4" fmla="*/ 17 w 34"/>
              <a:gd name="T5" fmla="*/ 115 h 115"/>
              <a:gd name="T6" fmla="*/ 34 w 34"/>
              <a:gd name="T7" fmla="*/ 57 h 115"/>
              <a:gd name="T8" fmla="*/ 17 w 34"/>
              <a:gd name="T9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" h="115">
                <a:moveTo>
                  <a:pt x="17" y="0"/>
                </a:moveTo>
                <a:cubicBezTo>
                  <a:pt x="7" y="16"/>
                  <a:pt x="0" y="36"/>
                  <a:pt x="0" y="57"/>
                </a:cubicBezTo>
                <a:cubicBezTo>
                  <a:pt x="0" y="78"/>
                  <a:pt x="7" y="98"/>
                  <a:pt x="17" y="115"/>
                </a:cubicBezTo>
                <a:cubicBezTo>
                  <a:pt x="28" y="98"/>
                  <a:pt x="34" y="78"/>
                  <a:pt x="34" y="57"/>
                </a:cubicBezTo>
                <a:cubicBezTo>
                  <a:pt x="34" y="36"/>
                  <a:pt x="28" y="16"/>
                  <a:pt x="17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1" name="Freeform 6">
            <a:extLst>
              <a:ext uri="{FF2B5EF4-FFF2-40B4-BE49-F238E27FC236}">
                <a16:creationId xmlns:a16="http://schemas.microsoft.com/office/drawing/2014/main" id="{5E95F205-E52D-41DB-B121-E8D94CC0E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954536" y="6262553"/>
            <a:ext cx="104400" cy="367200"/>
          </a:xfrm>
          <a:custGeom>
            <a:avLst/>
            <a:gdLst>
              <a:gd name="T0" fmla="*/ 17 w 34"/>
              <a:gd name="T1" fmla="*/ 0 h 115"/>
              <a:gd name="T2" fmla="*/ 0 w 34"/>
              <a:gd name="T3" fmla="*/ 57 h 115"/>
              <a:gd name="T4" fmla="*/ 17 w 34"/>
              <a:gd name="T5" fmla="*/ 115 h 115"/>
              <a:gd name="T6" fmla="*/ 34 w 34"/>
              <a:gd name="T7" fmla="*/ 57 h 115"/>
              <a:gd name="T8" fmla="*/ 17 w 34"/>
              <a:gd name="T9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" h="115">
                <a:moveTo>
                  <a:pt x="17" y="0"/>
                </a:moveTo>
                <a:cubicBezTo>
                  <a:pt x="7" y="16"/>
                  <a:pt x="0" y="36"/>
                  <a:pt x="0" y="57"/>
                </a:cubicBezTo>
                <a:cubicBezTo>
                  <a:pt x="0" y="78"/>
                  <a:pt x="7" y="98"/>
                  <a:pt x="17" y="115"/>
                </a:cubicBezTo>
                <a:cubicBezTo>
                  <a:pt x="28" y="98"/>
                  <a:pt x="34" y="78"/>
                  <a:pt x="34" y="57"/>
                </a:cubicBezTo>
                <a:cubicBezTo>
                  <a:pt x="34" y="36"/>
                  <a:pt x="28" y="16"/>
                  <a:pt x="17" y="0"/>
                </a:cubicBezTo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Freeform 14">
            <a:extLst>
              <a:ext uri="{FF2B5EF4-FFF2-40B4-BE49-F238E27FC236}">
                <a16:creationId xmlns:a16="http://schemas.microsoft.com/office/drawing/2014/main" id="{9099B263-23FF-4B90-90FF-CCA86A91D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48702" y="7062143"/>
            <a:ext cx="212400" cy="496800"/>
          </a:xfrm>
          <a:custGeom>
            <a:avLst/>
            <a:gdLst>
              <a:gd name="T0" fmla="*/ 33 w 67"/>
              <a:gd name="T1" fmla="*/ 0 h 156"/>
              <a:gd name="T2" fmla="*/ 0 w 67"/>
              <a:gd name="T3" fmla="*/ 78 h 156"/>
              <a:gd name="T4" fmla="*/ 33 w 67"/>
              <a:gd name="T5" fmla="*/ 156 h 156"/>
              <a:gd name="T6" fmla="*/ 67 w 67"/>
              <a:gd name="T7" fmla="*/ 78 h 156"/>
              <a:gd name="T8" fmla="*/ 33 w 67"/>
              <a:gd name="T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156">
                <a:moveTo>
                  <a:pt x="33" y="0"/>
                </a:moveTo>
                <a:cubicBezTo>
                  <a:pt x="13" y="20"/>
                  <a:pt x="0" y="47"/>
                  <a:pt x="0" y="78"/>
                </a:cubicBezTo>
                <a:cubicBezTo>
                  <a:pt x="0" y="108"/>
                  <a:pt x="13" y="136"/>
                  <a:pt x="33" y="156"/>
                </a:cubicBezTo>
                <a:cubicBezTo>
                  <a:pt x="54" y="136"/>
                  <a:pt x="67" y="108"/>
                  <a:pt x="67" y="78"/>
                </a:cubicBezTo>
                <a:cubicBezTo>
                  <a:pt x="67" y="47"/>
                  <a:pt x="54" y="20"/>
                  <a:pt x="33" y="0"/>
                </a:cubicBezTo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3" name="Freeform 14">
            <a:extLst>
              <a:ext uri="{FF2B5EF4-FFF2-40B4-BE49-F238E27FC236}">
                <a16:creationId xmlns:a16="http://schemas.microsoft.com/office/drawing/2014/main" id="{427FA8EE-81CE-4026-A483-95105F8C3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24332" y="7062143"/>
            <a:ext cx="212400" cy="496800"/>
          </a:xfrm>
          <a:custGeom>
            <a:avLst/>
            <a:gdLst>
              <a:gd name="T0" fmla="*/ 33 w 67"/>
              <a:gd name="T1" fmla="*/ 0 h 156"/>
              <a:gd name="T2" fmla="*/ 0 w 67"/>
              <a:gd name="T3" fmla="*/ 78 h 156"/>
              <a:gd name="T4" fmla="*/ 33 w 67"/>
              <a:gd name="T5" fmla="*/ 156 h 156"/>
              <a:gd name="T6" fmla="*/ 67 w 67"/>
              <a:gd name="T7" fmla="*/ 78 h 156"/>
              <a:gd name="T8" fmla="*/ 33 w 67"/>
              <a:gd name="T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156">
                <a:moveTo>
                  <a:pt x="33" y="0"/>
                </a:moveTo>
                <a:cubicBezTo>
                  <a:pt x="13" y="20"/>
                  <a:pt x="0" y="47"/>
                  <a:pt x="0" y="78"/>
                </a:cubicBezTo>
                <a:cubicBezTo>
                  <a:pt x="0" y="108"/>
                  <a:pt x="13" y="136"/>
                  <a:pt x="33" y="156"/>
                </a:cubicBezTo>
                <a:cubicBezTo>
                  <a:pt x="54" y="136"/>
                  <a:pt x="67" y="108"/>
                  <a:pt x="67" y="78"/>
                </a:cubicBezTo>
                <a:cubicBezTo>
                  <a:pt x="67" y="47"/>
                  <a:pt x="54" y="20"/>
                  <a:pt x="33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FAAD05-17D3-4416-99B9-4374CEB5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9624" y="3669493"/>
            <a:ext cx="565200" cy="565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Freeform 44">
            <a:extLst>
              <a:ext uri="{FF2B5EF4-FFF2-40B4-BE49-F238E27FC236}">
                <a16:creationId xmlns:a16="http://schemas.microsoft.com/office/drawing/2014/main" id="{9D0ED8A7-496B-4169-88F9-1B174AAF5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2502024" y="3390118"/>
            <a:ext cx="561975" cy="561975"/>
          </a:xfrm>
          <a:custGeom>
            <a:avLst/>
            <a:gdLst>
              <a:gd name="T0" fmla="*/ 40 w 177"/>
              <a:gd name="T1" fmla="*/ 177 h 177"/>
              <a:gd name="T2" fmla="*/ 0 w 177"/>
              <a:gd name="T3" fmla="*/ 177 h 177"/>
              <a:gd name="T4" fmla="*/ 177 w 177"/>
              <a:gd name="T5" fmla="*/ 0 h 177"/>
              <a:gd name="T6" fmla="*/ 177 w 177"/>
              <a:gd name="T7" fmla="*/ 40 h 177"/>
              <a:gd name="T8" fmla="*/ 40 w 177"/>
              <a:gd name="T9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" h="177">
                <a:moveTo>
                  <a:pt x="40" y="177"/>
                </a:moveTo>
                <a:cubicBezTo>
                  <a:pt x="0" y="177"/>
                  <a:pt x="0" y="177"/>
                  <a:pt x="0" y="177"/>
                </a:cubicBezTo>
                <a:cubicBezTo>
                  <a:pt x="0" y="80"/>
                  <a:pt x="79" y="0"/>
                  <a:pt x="177" y="0"/>
                </a:cubicBezTo>
                <a:cubicBezTo>
                  <a:pt x="177" y="40"/>
                  <a:pt x="177" y="40"/>
                  <a:pt x="177" y="40"/>
                </a:cubicBezTo>
                <a:cubicBezTo>
                  <a:pt x="102" y="40"/>
                  <a:pt x="40" y="102"/>
                  <a:pt x="40" y="17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7" name="Freeform 49">
            <a:extLst>
              <a:ext uri="{FF2B5EF4-FFF2-40B4-BE49-F238E27FC236}">
                <a16:creationId xmlns:a16="http://schemas.microsoft.com/office/drawing/2014/main" id="{ADDE623B-D820-4432-A309-30C49A4DD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060824" y="3390493"/>
            <a:ext cx="561600" cy="561600"/>
          </a:xfrm>
          <a:custGeom>
            <a:avLst/>
            <a:gdLst>
              <a:gd name="T0" fmla="*/ 177 w 177"/>
              <a:gd name="T1" fmla="*/ 177 h 177"/>
              <a:gd name="T2" fmla="*/ 137 w 177"/>
              <a:gd name="T3" fmla="*/ 177 h 177"/>
              <a:gd name="T4" fmla="*/ 0 w 177"/>
              <a:gd name="T5" fmla="*/ 40 h 177"/>
              <a:gd name="T6" fmla="*/ 0 w 177"/>
              <a:gd name="T7" fmla="*/ 0 h 177"/>
              <a:gd name="T8" fmla="*/ 177 w 177"/>
              <a:gd name="T9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" h="177">
                <a:moveTo>
                  <a:pt x="177" y="177"/>
                </a:moveTo>
                <a:cubicBezTo>
                  <a:pt x="137" y="177"/>
                  <a:pt x="137" y="177"/>
                  <a:pt x="137" y="177"/>
                </a:cubicBezTo>
                <a:cubicBezTo>
                  <a:pt x="137" y="102"/>
                  <a:pt x="76" y="40"/>
                  <a:pt x="0" y="40"/>
                </a:cubicBezTo>
                <a:cubicBezTo>
                  <a:pt x="0" y="0"/>
                  <a:pt x="0" y="0"/>
                  <a:pt x="0" y="0"/>
                </a:cubicBezTo>
                <a:cubicBezTo>
                  <a:pt x="98" y="0"/>
                  <a:pt x="177" y="80"/>
                  <a:pt x="177" y="1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8" name="Freeform 54">
            <a:extLst>
              <a:ext uri="{FF2B5EF4-FFF2-40B4-BE49-F238E27FC236}">
                <a16:creationId xmlns:a16="http://schemas.microsoft.com/office/drawing/2014/main" id="{8CC0AF22-F62B-4A78-AC37-2CB755FB1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2502024" y="3952093"/>
            <a:ext cx="561600" cy="561600"/>
          </a:xfrm>
          <a:custGeom>
            <a:avLst/>
            <a:gdLst>
              <a:gd name="T0" fmla="*/ 177 w 177"/>
              <a:gd name="T1" fmla="*/ 177 h 177"/>
              <a:gd name="T2" fmla="*/ 0 w 177"/>
              <a:gd name="T3" fmla="*/ 0 h 177"/>
              <a:gd name="T4" fmla="*/ 40 w 177"/>
              <a:gd name="T5" fmla="*/ 0 h 177"/>
              <a:gd name="T6" fmla="*/ 177 w 177"/>
              <a:gd name="T7" fmla="*/ 137 h 177"/>
              <a:gd name="T8" fmla="*/ 177 w 177"/>
              <a:gd name="T9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" h="177">
                <a:moveTo>
                  <a:pt x="177" y="177"/>
                </a:moveTo>
                <a:cubicBezTo>
                  <a:pt x="79" y="177"/>
                  <a:pt x="0" y="98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76"/>
                  <a:pt x="102" y="137"/>
                  <a:pt x="177" y="137"/>
                </a:cubicBezTo>
                <a:lnTo>
                  <a:pt x="177" y="17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9" name="Freeform 59">
            <a:extLst>
              <a:ext uri="{FF2B5EF4-FFF2-40B4-BE49-F238E27FC236}">
                <a16:creationId xmlns:a16="http://schemas.microsoft.com/office/drawing/2014/main" id="{8CAC4ECA-46EF-406B-8CA3-DA4D2AAE5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060824" y="3952093"/>
            <a:ext cx="561600" cy="561600"/>
          </a:xfrm>
          <a:custGeom>
            <a:avLst/>
            <a:gdLst>
              <a:gd name="T0" fmla="*/ 0 w 177"/>
              <a:gd name="T1" fmla="*/ 177 h 177"/>
              <a:gd name="T2" fmla="*/ 0 w 177"/>
              <a:gd name="T3" fmla="*/ 137 h 177"/>
              <a:gd name="T4" fmla="*/ 137 w 177"/>
              <a:gd name="T5" fmla="*/ 0 h 177"/>
              <a:gd name="T6" fmla="*/ 177 w 177"/>
              <a:gd name="T7" fmla="*/ 0 h 177"/>
              <a:gd name="T8" fmla="*/ 0 w 177"/>
              <a:gd name="T9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" h="177">
                <a:moveTo>
                  <a:pt x="0" y="177"/>
                </a:moveTo>
                <a:cubicBezTo>
                  <a:pt x="0" y="137"/>
                  <a:pt x="0" y="137"/>
                  <a:pt x="0" y="137"/>
                </a:cubicBezTo>
                <a:cubicBezTo>
                  <a:pt x="76" y="137"/>
                  <a:pt x="137" y="76"/>
                  <a:pt x="137" y="0"/>
                </a:cubicBezTo>
                <a:cubicBezTo>
                  <a:pt x="177" y="0"/>
                  <a:pt x="177" y="0"/>
                  <a:pt x="177" y="0"/>
                </a:cubicBezTo>
                <a:cubicBezTo>
                  <a:pt x="177" y="98"/>
                  <a:pt x="98" y="177"/>
                  <a:pt x="0" y="1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8" name="Freeform 73">
            <a:extLst>
              <a:ext uri="{FF2B5EF4-FFF2-40B4-BE49-F238E27FC236}">
                <a16:creationId xmlns:a16="http://schemas.microsoft.com/office/drawing/2014/main" id="{499FC142-589C-4F53-AFBE-24E3EDE07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410243" y="3077189"/>
            <a:ext cx="715962" cy="1749425"/>
          </a:xfrm>
          <a:custGeom>
            <a:avLst/>
            <a:gdLst>
              <a:gd name="T0" fmla="*/ 0 w 226"/>
              <a:gd name="T1" fmla="*/ 552 h 552"/>
              <a:gd name="T2" fmla="*/ 164 w 226"/>
              <a:gd name="T3" fmla="*/ 163 h 552"/>
              <a:gd name="T4" fmla="*/ 2 w 226"/>
              <a:gd name="T5" fmla="*/ 0 h 5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52">
                <a:moveTo>
                  <a:pt x="0" y="552"/>
                </a:moveTo>
                <a:cubicBezTo>
                  <a:pt x="153" y="490"/>
                  <a:pt x="226" y="316"/>
                  <a:pt x="164" y="163"/>
                </a:cubicBezTo>
                <a:cubicBezTo>
                  <a:pt x="133" y="86"/>
                  <a:pt x="73" y="29"/>
                  <a:pt x="2" y="0"/>
                </a:cubicBezTo>
              </a:path>
            </a:pathLst>
          </a:custGeom>
          <a:noFill/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9" name="Oval 82">
            <a:extLst>
              <a:ext uri="{FF2B5EF4-FFF2-40B4-BE49-F238E27FC236}">
                <a16:creationId xmlns:a16="http://schemas.microsoft.com/office/drawing/2014/main" id="{A729068A-12F9-4357-8173-237B45C93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667418" y="3226414"/>
            <a:ext cx="106362" cy="106363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0" name="Oval 83">
            <a:extLst>
              <a:ext uri="{FF2B5EF4-FFF2-40B4-BE49-F238E27FC236}">
                <a16:creationId xmlns:a16="http://schemas.microsoft.com/office/drawing/2014/main" id="{BAEA35AF-7BBF-44F8-A356-A26721475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45230" y="3897927"/>
            <a:ext cx="107950" cy="107950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1" name="Oval 84">
            <a:extLst>
              <a:ext uri="{FF2B5EF4-FFF2-40B4-BE49-F238E27FC236}">
                <a16:creationId xmlns:a16="http://schemas.microsoft.com/office/drawing/2014/main" id="{79EE8298-3064-4F92-A5D0-CBEA8AECB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667418" y="4566264"/>
            <a:ext cx="106362" cy="107950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B72E64D-BC6B-454B-A60E-04F713F2B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99274" y="4619614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84753DD-2580-4505-91D3-7D9D0C27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1180" y="2871321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3C4EF5C-58B7-451F-869C-8B11438C0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16005" y="3379777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CD94D27-2605-42BC-9FB6-6D8BB5811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19974" y="4106058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reeform 73">
            <a:extLst>
              <a:ext uri="{FF2B5EF4-FFF2-40B4-BE49-F238E27FC236}">
                <a16:creationId xmlns:a16="http://schemas.microsoft.com/office/drawing/2014/main" id="{E9D88D5B-29E4-4B29-B4F3-CCD487364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1992418" y="3077189"/>
            <a:ext cx="715962" cy="1749425"/>
          </a:xfrm>
          <a:custGeom>
            <a:avLst/>
            <a:gdLst>
              <a:gd name="T0" fmla="*/ 0 w 226"/>
              <a:gd name="T1" fmla="*/ 552 h 552"/>
              <a:gd name="T2" fmla="*/ 164 w 226"/>
              <a:gd name="T3" fmla="*/ 163 h 552"/>
              <a:gd name="T4" fmla="*/ 2 w 226"/>
              <a:gd name="T5" fmla="*/ 0 h 5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52">
                <a:moveTo>
                  <a:pt x="0" y="552"/>
                </a:moveTo>
                <a:cubicBezTo>
                  <a:pt x="153" y="490"/>
                  <a:pt x="226" y="316"/>
                  <a:pt x="164" y="163"/>
                </a:cubicBezTo>
                <a:cubicBezTo>
                  <a:pt x="133" y="86"/>
                  <a:pt x="73" y="29"/>
                  <a:pt x="2" y="0"/>
                </a:cubicBezTo>
              </a:path>
            </a:pathLst>
          </a:custGeom>
          <a:noFill/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1" name="Oval 82">
            <a:extLst>
              <a:ext uri="{FF2B5EF4-FFF2-40B4-BE49-F238E27FC236}">
                <a16:creationId xmlns:a16="http://schemas.microsoft.com/office/drawing/2014/main" id="{D777CA1F-9E37-467F-91EA-C358BCAE6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2344843" y="3226414"/>
            <a:ext cx="106362" cy="106363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" name="Oval 83">
            <a:extLst>
              <a:ext uri="{FF2B5EF4-FFF2-40B4-BE49-F238E27FC236}">
                <a16:creationId xmlns:a16="http://schemas.microsoft.com/office/drawing/2014/main" id="{0C244881-4544-4B25-B75E-F3A0E975B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2065443" y="3897927"/>
            <a:ext cx="107950" cy="107950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3" name="Oval 84">
            <a:extLst>
              <a:ext uri="{FF2B5EF4-FFF2-40B4-BE49-F238E27FC236}">
                <a16:creationId xmlns:a16="http://schemas.microsoft.com/office/drawing/2014/main" id="{8B71A0AB-6114-4CF9-8D57-9067FC29C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2344843" y="4566264"/>
            <a:ext cx="106362" cy="107950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159BB71-6DB4-478E-9936-ED08FA185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505349" y="4619614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1D86BFE-30D3-4683-A764-37E2A5655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493443" y="2871321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6EC2B61-2E56-4C45-8194-6105787FB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88618" y="3379777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AE4FAA2-EA75-4714-B34C-8A40D0061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84649" y="4106058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reeform 109">
            <a:extLst>
              <a:ext uri="{FF2B5EF4-FFF2-40B4-BE49-F238E27FC236}">
                <a16:creationId xmlns:a16="http://schemas.microsoft.com/office/drawing/2014/main" id="{106AD4EA-C02D-4854-9828-A1D12B45C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748623" y="2978307"/>
            <a:ext cx="370800" cy="370800"/>
          </a:xfrm>
          <a:custGeom>
            <a:avLst/>
            <a:gdLst>
              <a:gd name="T0" fmla="*/ 274 w 274"/>
              <a:gd name="T1" fmla="*/ 133 h 274"/>
              <a:gd name="T2" fmla="*/ 142 w 274"/>
              <a:gd name="T3" fmla="*/ 0 h 274"/>
              <a:gd name="T4" fmla="*/ 0 w 274"/>
              <a:gd name="T5" fmla="*/ 142 h 274"/>
              <a:gd name="T6" fmla="*/ 132 w 274"/>
              <a:gd name="T7" fmla="*/ 274 h 274"/>
              <a:gd name="T8" fmla="*/ 274 w 274"/>
              <a:gd name="T9" fmla="*/ 133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74">
                <a:moveTo>
                  <a:pt x="274" y="133"/>
                </a:moveTo>
                <a:lnTo>
                  <a:pt x="142" y="0"/>
                </a:lnTo>
                <a:lnTo>
                  <a:pt x="0" y="142"/>
                </a:lnTo>
                <a:lnTo>
                  <a:pt x="132" y="274"/>
                </a:lnTo>
                <a:lnTo>
                  <a:pt x="274" y="1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6" name="Freeform 109">
            <a:extLst>
              <a:ext uri="{FF2B5EF4-FFF2-40B4-BE49-F238E27FC236}">
                <a16:creationId xmlns:a16="http://schemas.microsoft.com/office/drawing/2014/main" id="{94101C4A-1CBB-4442-A54C-0AC39EC39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 flipV="1">
            <a:off x="5472523" y="2247701"/>
            <a:ext cx="370800" cy="370800"/>
          </a:xfrm>
          <a:custGeom>
            <a:avLst/>
            <a:gdLst>
              <a:gd name="T0" fmla="*/ 274 w 274"/>
              <a:gd name="T1" fmla="*/ 133 h 274"/>
              <a:gd name="T2" fmla="*/ 142 w 274"/>
              <a:gd name="T3" fmla="*/ 0 h 274"/>
              <a:gd name="T4" fmla="*/ 0 w 274"/>
              <a:gd name="T5" fmla="*/ 142 h 274"/>
              <a:gd name="T6" fmla="*/ 132 w 274"/>
              <a:gd name="T7" fmla="*/ 274 h 274"/>
              <a:gd name="T8" fmla="*/ 274 w 274"/>
              <a:gd name="T9" fmla="*/ 133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74">
                <a:moveTo>
                  <a:pt x="274" y="133"/>
                </a:moveTo>
                <a:lnTo>
                  <a:pt x="142" y="0"/>
                </a:lnTo>
                <a:lnTo>
                  <a:pt x="0" y="142"/>
                </a:lnTo>
                <a:lnTo>
                  <a:pt x="132" y="274"/>
                </a:lnTo>
                <a:lnTo>
                  <a:pt x="274" y="13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7" name="Freeform 109">
            <a:extLst>
              <a:ext uri="{FF2B5EF4-FFF2-40B4-BE49-F238E27FC236}">
                <a16:creationId xmlns:a16="http://schemas.microsoft.com/office/drawing/2014/main" id="{6F20116E-A232-484B-81A9-1550323D3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 flipV="1">
            <a:off x="5472523" y="2978307"/>
            <a:ext cx="370800" cy="370800"/>
          </a:xfrm>
          <a:custGeom>
            <a:avLst/>
            <a:gdLst>
              <a:gd name="T0" fmla="*/ 274 w 274"/>
              <a:gd name="T1" fmla="*/ 133 h 274"/>
              <a:gd name="T2" fmla="*/ 142 w 274"/>
              <a:gd name="T3" fmla="*/ 0 h 274"/>
              <a:gd name="T4" fmla="*/ 0 w 274"/>
              <a:gd name="T5" fmla="*/ 142 h 274"/>
              <a:gd name="T6" fmla="*/ 132 w 274"/>
              <a:gd name="T7" fmla="*/ 274 h 274"/>
              <a:gd name="T8" fmla="*/ 274 w 274"/>
              <a:gd name="T9" fmla="*/ 133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74">
                <a:moveTo>
                  <a:pt x="274" y="133"/>
                </a:moveTo>
                <a:lnTo>
                  <a:pt x="142" y="0"/>
                </a:lnTo>
                <a:lnTo>
                  <a:pt x="0" y="142"/>
                </a:lnTo>
                <a:lnTo>
                  <a:pt x="132" y="274"/>
                </a:lnTo>
                <a:lnTo>
                  <a:pt x="274" y="1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8" name="Freeform 109">
            <a:extLst>
              <a:ext uri="{FF2B5EF4-FFF2-40B4-BE49-F238E27FC236}">
                <a16:creationId xmlns:a16="http://schemas.microsoft.com/office/drawing/2014/main" id="{AB2F4492-4BFE-47AF-AF20-18324EB51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748623" y="2247701"/>
            <a:ext cx="370800" cy="370800"/>
          </a:xfrm>
          <a:custGeom>
            <a:avLst/>
            <a:gdLst>
              <a:gd name="T0" fmla="*/ 274 w 274"/>
              <a:gd name="T1" fmla="*/ 133 h 274"/>
              <a:gd name="T2" fmla="*/ 142 w 274"/>
              <a:gd name="T3" fmla="*/ 0 h 274"/>
              <a:gd name="T4" fmla="*/ 0 w 274"/>
              <a:gd name="T5" fmla="*/ 142 h 274"/>
              <a:gd name="T6" fmla="*/ 132 w 274"/>
              <a:gd name="T7" fmla="*/ 274 h 274"/>
              <a:gd name="T8" fmla="*/ 274 w 274"/>
              <a:gd name="T9" fmla="*/ 133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74">
                <a:moveTo>
                  <a:pt x="274" y="133"/>
                </a:moveTo>
                <a:lnTo>
                  <a:pt x="142" y="0"/>
                </a:lnTo>
                <a:lnTo>
                  <a:pt x="0" y="142"/>
                </a:lnTo>
                <a:lnTo>
                  <a:pt x="132" y="274"/>
                </a:lnTo>
                <a:lnTo>
                  <a:pt x="274" y="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F2923BF-4092-4F37-9B12-10179086E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38195" y="2353169"/>
            <a:ext cx="853200" cy="853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C539E740-2714-456A-9353-77EAD6F44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24595" y="2439569"/>
            <a:ext cx="680400" cy="680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8BDCA51-3C43-4916-BEF3-F5DCB41B5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3581" y="2353169"/>
            <a:ext cx="853200" cy="853200"/>
            <a:chOff x="5885192" y="2937065"/>
            <a:chExt cx="853200" cy="853200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7E8EFB2F-56D3-44AF-BB97-0A5C90164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885192" y="2937065"/>
              <a:ext cx="853200" cy="853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22EF913-D658-406B-A42B-6FB410B182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971592" y="3023465"/>
              <a:ext cx="680400" cy="68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D7884B1-1A11-4335-8F02-74BDE517B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69373" y="3086339"/>
            <a:ext cx="853200" cy="853200"/>
            <a:chOff x="5736334" y="3239077"/>
            <a:chExt cx="853200" cy="8532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FBA4249-0A9F-43B8-9214-554FF8764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36334" y="3239077"/>
              <a:ext cx="853200" cy="853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BAA0BD0-CDBF-4534-A1C7-5FE76580E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822734" y="3325477"/>
              <a:ext cx="680400" cy="68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9FA1538-E6CD-407B-BB42-3AB02A961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69373" y="1620000"/>
            <a:ext cx="853200" cy="853200"/>
            <a:chOff x="5649934" y="1652088"/>
            <a:chExt cx="853200" cy="85320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BED565D7-764C-480F-A546-5CD4B4B7E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649934" y="1652088"/>
              <a:ext cx="853200" cy="853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C941DAA-6457-4433-A6BF-F161EDC3F6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36334" y="1738488"/>
              <a:ext cx="680400" cy="68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0" name="Freeform 92">
            <a:extLst>
              <a:ext uri="{FF2B5EF4-FFF2-40B4-BE49-F238E27FC236}">
                <a16:creationId xmlns:a16="http://schemas.microsoft.com/office/drawing/2014/main" id="{1EB4FCCD-7559-419A-BEDC-15B80B7BB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232151" y="6534149"/>
            <a:ext cx="747713" cy="747713"/>
          </a:xfrm>
          <a:custGeom>
            <a:avLst/>
            <a:gdLst>
              <a:gd name="T0" fmla="*/ 0 w 235"/>
              <a:gd name="T1" fmla="*/ 118 h 235"/>
              <a:gd name="T2" fmla="*/ 0 w 235"/>
              <a:gd name="T3" fmla="*/ 0 h 235"/>
              <a:gd name="T4" fmla="*/ 118 w 235"/>
              <a:gd name="T5" fmla="*/ 0 h 235"/>
              <a:gd name="T6" fmla="*/ 235 w 235"/>
              <a:gd name="T7" fmla="*/ 118 h 235"/>
              <a:gd name="T8" fmla="*/ 118 w 235"/>
              <a:gd name="T9" fmla="*/ 235 h 235"/>
              <a:gd name="T10" fmla="*/ 0 w 235"/>
              <a:gd name="T11" fmla="*/ 118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5" h="235">
                <a:moveTo>
                  <a:pt x="0" y="118"/>
                </a:moveTo>
                <a:cubicBezTo>
                  <a:pt x="0" y="85"/>
                  <a:pt x="0" y="0"/>
                  <a:pt x="0" y="0"/>
                </a:cubicBezTo>
                <a:cubicBezTo>
                  <a:pt x="0" y="0"/>
                  <a:pt x="85" y="0"/>
                  <a:pt x="118" y="0"/>
                </a:cubicBezTo>
                <a:cubicBezTo>
                  <a:pt x="182" y="0"/>
                  <a:pt x="235" y="53"/>
                  <a:pt x="235" y="118"/>
                </a:cubicBezTo>
                <a:cubicBezTo>
                  <a:pt x="235" y="182"/>
                  <a:pt x="182" y="235"/>
                  <a:pt x="118" y="235"/>
                </a:cubicBezTo>
                <a:cubicBezTo>
                  <a:pt x="53" y="235"/>
                  <a:pt x="0" y="182"/>
                  <a:pt x="0" y="1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1" name="Freeform 96">
            <a:extLst>
              <a:ext uri="{FF2B5EF4-FFF2-40B4-BE49-F238E27FC236}">
                <a16:creationId xmlns:a16="http://schemas.microsoft.com/office/drawing/2014/main" id="{C894DC7F-01FE-419A-8D2B-44CAC6EE6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232151" y="5565775"/>
            <a:ext cx="933450" cy="930275"/>
          </a:xfrm>
          <a:custGeom>
            <a:avLst/>
            <a:gdLst>
              <a:gd name="T0" fmla="*/ 0 w 294"/>
              <a:gd name="T1" fmla="*/ 147 h 294"/>
              <a:gd name="T2" fmla="*/ 0 w 294"/>
              <a:gd name="T3" fmla="*/ 294 h 294"/>
              <a:gd name="T4" fmla="*/ 147 w 294"/>
              <a:gd name="T5" fmla="*/ 294 h 294"/>
              <a:gd name="T6" fmla="*/ 294 w 294"/>
              <a:gd name="T7" fmla="*/ 147 h 294"/>
              <a:gd name="T8" fmla="*/ 147 w 294"/>
              <a:gd name="T9" fmla="*/ 0 h 294"/>
              <a:gd name="T10" fmla="*/ 0 w 294"/>
              <a:gd name="T11" fmla="*/ 147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4" h="294">
                <a:moveTo>
                  <a:pt x="0" y="147"/>
                </a:moveTo>
                <a:cubicBezTo>
                  <a:pt x="0" y="187"/>
                  <a:pt x="0" y="294"/>
                  <a:pt x="0" y="294"/>
                </a:cubicBezTo>
                <a:cubicBezTo>
                  <a:pt x="0" y="294"/>
                  <a:pt x="107" y="294"/>
                  <a:pt x="147" y="294"/>
                </a:cubicBezTo>
                <a:cubicBezTo>
                  <a:pt x="228" y="294"/>
                  <a:pt x="294" y="228"/>
                  <a:pt x="294" y="147"/>
                </a:cubicBezTo>
                <a:cubicBezTo>
                  <a:pt x="294" y="66"/>
                  <a:pt x="228" y="0"/>
                  <a:pt x="147" y="0"/>
                </a:cubicBezTo>
                <a:cubicBezTo>
                  <a:pt x="66" y="0"/>
                  <a:pt x="0" y="66"/>
                  <a:pt x="0" y="14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2" name="Freeform 100">
            <a:extLst>
              <a:ext uri="{FF2B5EF4-FFF2-40B4-BE49-F238E27FC236}">
                <a16:creationId xmlns:a16="http://schemas.microsoft.com/office/drawing/2014/main" id="{033106D5-7F80-44DA-8ADD-FFBD02B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036763" y="5340350"/>
            <a:ext cx="1155700" cy="1155700"/>
          </a:xfrm>
          <a:custGeom>
            <a:avLst/>
            <a:gdLst>
              <a:gd name="T0" fmla="*/ 367 w 367"/>
              <a:gd name="T1" fmla="*/ 183 h 367"/>
              <a:gd name="T2" fmla="*/ 367 w 367"/>
              <a:gd name="T3" fmla="*/ 367 h 367"/>
              <a:gd name="T4" fmla="*/ 184 w 367"/>
              <a:gd name="T5" fmla="*/ 367 h 367"/>
              <a:gd name="T6" fmla="*/ 0 w 367"/>
              <a:gd name="T7" fmla="*/ 183 h 367"/>
              <a:gd name="T8" fmla="*/ 184 w 367"/>
              <a:gd name="T9" fmla="*/ 0 h 367"/>
              <a:gd name="T10" fmla="*/ 367 w 367"/>
              <a:gd name="T11" fmla="*/ 183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7" h="367">
                <a:moveTo>
                  <a:pt x="367" y="183"/>
                </a:moveTo>
                <a:cubicBezTo>
                  <a:pt x="367" y="234"/>
                  <a:pt x="367" y="367"/>
                  <a:pt x="367" y="367"/>
                </a:cubicBezTo>
                <a:cubicBezTo>
                  <a:pt x="367" y="367"/>
                  <a:pt x="234" y="367"/>
                  <a:pt x="184" y="367"/>
                </a:cubicBezTo>
                <a:cubicBezTo>
                  <a:pt x="82" y="367"/>
                  <a:pt x="0" y="284"/>
                  <a:pt x="0" y="183"/>
                </a:cubicBezTo>
                <a:cubicBezTo>
                  <a:pt x="0" y="82"/>
                  <a:pt x="82" y="0"/>
                  <a:pt x="184" y="0"/>
                </a:cubicBezTo>
                <a:cubicBezTo>
                  <a:pt x="285" y="0"/>
                  <a:pt x="367" y="82"/>
                  <a:pt x="367" y="1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3" name="Freeform 104">
            <a:extLst>
              <a:ext uri="{FF2B5EF4-FFF2-40B4-BE49-F238E27FC236}">
                <a16:creationId xmlns:a16="http://schemas.microsoft.com/office/drawing/2014/main" id="{7BF6BAAA-A88D-46CE-9F02-2F0971553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98738" y="6534149"/>
            <a:ext cx="593725" cy="604838"/>
          </a:xfrm>
          <a:custGeom>
            <a:avLst/>
            <a:gdLst>
              <a:gd name="T0" fmla="*/ 188 w 188"/>
              <a:gd name="T1" fmla="*/ 94 h 188"/>
              <a:gd name="T2" fmla="*/ 188 w 188"/>
              <a:gd name="T3" fmla="*/ 0 h 188"/>
              <a:gd name="T4" fmla="*/ 94 w 188"/>
              <a:gd name="T5" fmla="*/ 0 h 188"/>
              <a:gd name="T6" fmla="*/ 0 w 188"/>
              <a:gd name="T7" fmla="*/ 94 h 188"/>
              <a:gd name="T8" fmla="*/ 94 w 188"/>
              <a:gd name="T9" fmla="*/ 188 h 188"/>
              <a:gd name="T10" fmla="*/ 188 w 188"/>
              <a:gd name="T11" fmla="*/ 94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8" h="188">
                <a:moveTo>
                  <a:pt x="188" y="94"/>
                </a:moveTo>
                <a:cubicBezTo>
                  <a:pt x="188" y="68"/>
                  <a:pt x="188" y="0"/>
                  <a:pt x="188" y="0"/>
                </a:cubicBezTo>
                <a:cubicBezTo>
                  <a:pt x="188" y="0"/>
                  <a:pt x="120" y="0"/>
                  <a:pt x="94" y="0"/>
                </a:cubicBezTo>
                <a:cubicBezTo>
                  <a:pt x="42" y="0"/>
                  <a:pt x="0" y="42"/>
                  <a:pt x="0" y="94"/>
                </a:cubicBezTo>
                <a:cubicBezTo>
                  <a:pt x="0" y="146"/>
                  <a:pt x="42" y="188"/>
                  <a:pt x="94" y="188"/>
                </a:cubicBezTo>
                <a:cubicBezTo>
                  <a:pt x="146" y="188"/>
                  <a:pt x="188" y="146"/>
                  <a:pt x="188" y="9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0" name="Freeform 154">
            <a:extLst>
              <a:ext uri="{FF2B5EF4-FFF2-40B4-BE49-F238E27FC236}">
                <a16:creationId xmlns:a16="http://schemas.microsoft.com/office/drawing/2014/main" id="{60148565-5FE4-4C4B-8948-D6E8623D6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62834" y="4178410"/>
            <a:ext cx="787400" cy="777875"/>
          </a:xfrm>
          <a:custGeom>
            <a:avLst/>
            <a:gdLst>
              <a:gd name="T0" fmla="*/ 56 w 248"/>
              <a:gd name="T1" fmla="*/ 245 h 245"/>
              <a:gd name="T2" fmla="*/ 0 w 248"/>
              <a:gd name="T3" fmla="*/ 175 h 245"/>
              <a:gd name="T4" fmla="*/ 96 w 248"/>
              <a:gd name="T5" fmla="*/ 0 h 245"/>
              <a:gd name="T6" fmla="*/ 248 w 248"/>
              <a:gd name="T7" fmla="*/ 188 h 245"/>
              <a:gd name="T8" fmla="*/ 56 w 248"/>
              <a:gd name="T9" fmla="*/ 245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8" h="245">
                <a:moveTo>
                  <a:pt x="56" y="245"/>
                </a:moveTo>
                <a:cubicBezTo>
                  <a:pt x="48" y="215"/>
                  <a:pt x="28" y="190"/>
                  <a:pt x="0" y="175"/>
                </a:cubicBezTo>
                <a:cubicBezTo>
                  <a:pt x="96" y="0"/>
                  <a:pt x="96" y="0"/>
                  <a:pt x="96" y="0"/>
                </a:cubicBezTo>
                <a:cubicBezTo>
                  <a:pt x="170" y="40"/>
                  <a:pt x="224" y="107"/>
                  <a:pt x="248" y="188"/>
                </a:cubicBezTo>
                <a:lnTo>
                  <a:pt x="56" y="2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1" name="Freeform 155">
            <a:extLst>
              <a:ext uri="{FF2B5EF4-FFF2-40B4-BE49-F238E27FC236}">
                <a16:creationId xmlns:a16="http://schemas.microsoft.com/office/drawing/2014/main" id="{53379061-DF98-4367-9DAB-28F05A00D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143722" y="4254610"/>
            <a:ext cx="661987" cy="469900"/>
          </a:xfrm>
          <a:custGeom>
            <a:avLst/>
            <a:gdLst>
              <a:gd name="T0" fmla="*/ 152 w 209"/>
              <a:gd name="T1" fmla="*/ 148 h 148"/>
              <a:gd name="T2" fmla="*/ 34 w 209"/>
              <a:gd name="T3" fmla="*/ 136 h 148"/>
              <a:gd name="T4" fmla="*/ 0 w 209"/>
              <a:gd name="T5" fmla="*/ 20 h 148"/>
              <a:gd name="T6" fmla="*/ 209 w 209"/>
              <a:gd name="T7" fmla="*/ 43 h 148"/>
              <a:gd name="T8" fmla="*/ 152 w 209"/>
              <a:gd name="T9" fmla="*/ 148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148">
                <a:moveTo>
                  <a:pt x="152" y="148"/>
                </a:moveTo>
                <a:cubicBezTo>
                  <a:pt x="116" y="128"/>
                  <a:pt x="73" y="124"/>
                  <a:pt x="34" y="136"/>
                </a:cubicBezTo>
                <a:cubicBezTo>
                  <a:pt x="0" y="20"/>
                  <a:pt x="0" y="20"/>
                  <a:pt x="0" y="20"/>
                </a:cubicBezTo>
                <a:cubicBezTo>
                  <a:pt x="70" y="0"/>
                  <a:pt x="145" y="8"/>
                  <a:pt x="209" y="43"/>
                </a:cubicBezTo>
                <a:lnTo>
                  <a:pt x="152" y="14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2" name="Freeform 156">
            <a:extLst>
              <a:ext uri="{FF2B5EF4-FFF2-40B4-BE49-F238E27FC236}">
                <a16:creationId xmlns:a16="http://schemas.microsoft.com/office/drawing/2014/main" id="{C3D4C209-19A5-4799-ABB1-467F9A9E6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457922" y="4133960"/>
            <a:ext cx="742950" cy="742950"/>
          </a:xfrm>
          <a:custGeom>
            <a:avLst/>
            <a:gdLst>
              <a:gd name="T0" fmla="*/ 158 w 234"/>
              <a:gd name="T1" fmla="*/ 234 h 234"/>
              <a:gd name="T2" fmla="*/ 0 w 234"/>
              <a:gd name="T3" fmla="*/ 148 h 234"/>
              <a:gd name="T4" fmla="*/ 183 w 234"/>
              <a:gd name="T5" fmla="*/ 0 h 234"/>
              <a:gd name="T6" fmla="*/ 234 w 234"/>
              <a:gd name="T7" fmla="*/ 173 h 234"/>
              <a:gd name="T8" fmla="*/ 158 w 234"/>
              <a:gd name="T9" fmla="*/ 234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234">
                <a:moveTo>
                  <a:pt x="158" y="234"/>
                </a:moveTo>
                <a:cubicBezTo>
                  <a:pt x="0" y="148"/>
                  <a:pt x="0" y="148"/>
                  <a:pt x="0" y="148"/>
                </a:cubicBezTo>
                <a:cubicBezTo>
                  <a:pt x="39" y="76"/>
                  <a:pt x="104" y="24"/>
                  <a:pt x="183" y="0"/>
                </a:cubicBezTo>
                <a:cubicBezTo>
                  <a:pt x="234" y="173"/>
                  <a:pt x="234" y="173"/>
                  <a:pt x="234" y="173"/>
                </a:cubicBezTo>
                <a:cubicBezTo>
                  <a:pt x="201" y="183"/>
                  <a:pt x="175" y="204"/>
                  <a:pt x="158" y="2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3" name="Freeform 157">
            <a:extLst>
              <a:ext uri="{FF2B5EF4-FFF2-40B4-BE49-F238E27FC236}">
                <a16:creationId xmlns:a16="http://schemas.microsoft.com/office/drawing/2014/main" id="{26EAF102-34D9-42D6-99C4-D02C877E4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08884" y="4873735"/>
            <a:ext cx="530225" cy="687387"/>
          </a:xfrm>
          <a:custGeom>
            <a:avLst/>
            <a:gdLst>
              <a:gd name="T0" fmla="*/ 123 w 167"/>
              <a:gd name="T1" fmla="*/ 217 h 217"/>
              <a:gd name="T2" fmla="*/ 0 w 167"/>
              <a:gd name="T3" fmla="*/ 150 h 217"/>
              <a:gd name="T4" fmla="*/ 12 w 167"/>
              <a:gd name="T5" fmla="*/ 40 h 217"/>
              <a:gd name="T6" fmla="*/ 146 w 167"/>
              <a:gd name="T7" fmla="*/ 0 h 217"/>
              <a:gd name="T8" fmla="*/ 123 w 167"/>
              <a:gd name="T9" fmla="*/ 217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7" h="217">
                <a:moveTo>
                  <a:pt x="123" y="217"/>
                </a:moveTo>
                <a:cubicBezTo>
                  <a:pt x="0" y="150"/>
                  <a:pt x="0" y="150"/>
                  <a:pt x="0" y="150"/>
                </a:cubicBezTo>
                <a:cubicBezTo>
                  <a:pt x="18" y="116"/>
                  <a:pt x="23" y="77"/>
                  <a:pt x="12" y="40"/>
                </a:cubicBezTo>
                <a:cubicBezTo>
                  <a:pt x="146" y="0"/>
                  <a:pt x="146" y="0"/>
                  <a:pt x="146" y="0"/>
                </a:cubicBezTo>
                <a:cubicBezTo>
                  <a:pt x="167" y="73"/>
                  <a:pt x="159" y="150"/>
                  <a:pt x="123" y="21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4" name="Freeform 158">
            <a:extLst>
              <a:ext uri="{FF2B5EF4-FFF2-40B4-BE49-F238E27FC236}">
                <a16:creationId xmlns:a16="http://schemas.microsoft.com/office/drawing/2014/main" id="{13780927-66BA-406E-96DE-C19D047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229322" y="4619735"/>
            <a:ext cx="717550" cy="763587"/>
          </a:xfrm>
          <a:custGeom>
            <a:avLst/>
            <a:gdLst>
              <a:gd name="T0" fmla="*/ 24 w 226"/>
              <a:gd name="T1" fmla="*/ 241 h 241"/>
              <a:gd name="T2" fmla="*/ 50 w 226"/>
              <a:gd name="T3" fmla="*/ 0 h 241"/>
              <a:gd name="T4" fmla="*/ 226 w 226"/>
              <a:gd name="T5" fmla="*/ 96 h 241"/>
              <a:gd name="T6" fmla="*/ 216 w 226"/>
              <a:gd name="T7" fmla="*/ 184 h 241"/>
              <a:gd name="T8" fmla="*/ 24 w 226"/>
              <a:gd name="T9" fmla="*/ 241 h 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6" h="241">
                <a:moveTo>
                  <a:pt x="24" y="241"/>
                </a:moveTo>
                <a:cubicBezTo>
                  <a:pt x="0" y="160"/>
                  <a:pt x="10" y="74"/>
                  <a:pt x="50" y="0"/>
                </a:cubicBezTo>
                <a:cubicBezTo>
                  <a:pt x="226" y="96"/>
                  <a:pt x="226" y="96"/>
                  <a:pt x="226" y="96"/>
                </a:cubicBezTo>
                <a:cubicBezTo>
                  <a:pt x="211" y="123"/>
                  <a:pt x="207" y="154"/>
                  <a:pt x="216" y="184"/>
                </a:cubicBezTo>
                <a:lnTo>
                  <a:pt x="24" y="24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5" name="Freeform 159">
            <a:extLst>
              <a:ext uri="{FF2B5EF4-FFF2-40B4-BE49-F238E27FC236}">
                <a16:creationId xmlns:a16="http://schemas.microsoft.com/office/drawing/2014/main" id="{4AE8B37E-E71B-47C8-BF04-263088B98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11897" y="5240447"/>
            <a:ext cx="650875" cy="666750"/>
          </a:xfrm>
          <a:custGeom>
            <a:avLst/>
            <a:gdLst>
              <a:gd name="T0" fmla="*/ 138 w 205"/>
              <a:gd name="T1" fmla="*/ 210 h 210"/>
              <a:gd name="T2" fmla="*/ 0 w 205"/>
              <a:gd name="T3" fmla="*/ 40 h 210"/>
              <a:gd name="T4" fmla="*/ 134 w 205"/>
              <a:gd name="T5" fmla="*/ 0 h 210"/>
              <a:gd name="T6" fmla="*/ 205 w 205"/>
              <a:gd name="T7" fmla="*/ 87 h 210"/>
              <a:gd name="T8" fmla="*/ 138 w 205"/>
              <a:gd name="T9" fmla="*/ 21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" h="210">
                <a:moveTo>
                  <a:pt x="138" y="210"/>
                </a:moveTo>
                <a:cubicBezTo>
                  <a:pt x="71" y="174"/>
                  <a:pt x="22" y="113"/>
                  <a:pt x="0" y="40"/>
                </a:cubicBezTo>
                <a:cubicBezTo>
                  <a:pt x="134" y="0"/>
                  <a:pt x="134" y="0"/>
                  <a:pt x="134" y="0"/>
                </a:cubicBezTo>
                <a:cubicBezTo>
                  <a:pt x="145" y="38"/>
                  <a:pt x="170" y="69"/>
                  <a:pt x="205" y="87"/>
                </a:cubicBezTo>
                <a:lnTo>
                  <a:pt x="138" y="21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6" name="Freeform 160">
            <a:extLst>
              <a:ext uri="{FF2B5EF4-FFF2-40B4-BE49-F238E27FC236}">
                <a16:creationId xmlns:a16="http://schemas.microsoft.com/office/drawing/2014/main" id="{BD30E00B-1F47-4E8E-961F-DDBE06B8B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962747" y="5535722"/>
            <a:ext cx="712787" cy="561975"/>
          </a:xfrm>
          <a:custGeom>
            <a:avLst/>
            <a:gdLst>
              <a:gd name="T0" fmla="*/ 141 w 225"/>
              <a:gd name="T1" fmla="*/ 177 h 177"/>
              <a:gd name="T2" fmla="*/ 0 w 225"/>
              <a:gd name="T3" fmla="*/ 141 h 177"/>
              <a:gd name="T4" fmla="*/ 76 w 225"/>
              <a:gd name="T5" fmla="*/ 0 h 177"/>
              <a:gd name="T6" fmla="*/ 180 w 225"/>
              <a:gd name="T7" fmla="*/ 11 h 177"/>
              <a:gd name="T8" fmla="*/ 225 w 225"/>
              <a:gd name="T9" fmla="*/ 165 h 177"/>
              <a:gd name="T10" fmla="*/ 141 w 225"/>
              <a:gd name="T11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5" h="177">
                <a:moveTo>
                  <a:pt x="141" y="177"/>
                </a:moveTo>
                <a:cubicBezTo>
                  <a:pt x="92" y="177"/>
                  <a:pt x="44" y="165"/>
                  <a:pt x="0" y="141"/>
                </a:cubicBezTo>
                <a:cubicBezTo>
                  <a:pt x="76" y="0"/>
                  <a:pt x="76" y="0"/>
                  <a:pt x="76" y="0"/>
                </a:cubicBezTo>
                <a:cubicBezTo>
                  <a:pt x="108" y="18"/>
                  <a:pt x="145" y="21"/>
                  <a:pt x="180" y="11"/>
                </a:cubicBezTo>
                <a:cubicBezTo>
                  <a:pt x="225" y="165"/>
                  <a:pt x="225" y="165"/>
                  <a:pt x="225" y="165"/>
                </a:cubicBezTo>
                <a:cubicBezTo>
                  <a:pt x="197" y="173"/>
                  <a:pt x="169" y="177"/>
                  <a:pt x="141" y="1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7" name="Freeform 161">
            <a:extLst>
              <a:ext uri="{FF2B5EF4-FFF2-40B4-BE49-F238E27FC236}">
                <a16:creationId xmlns:a16="http://schemas.microsoft.com/office/drawing/2014/main" id="{EB84ED9D-BA08-4D53-B92D-9180F32E8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67584" y="5383322"/>
            <a:ext cx="777875" cy="787400"/>
          </a:xfrm>
          <a:custGeom>
            <a:avLst/>
            <a:gdLst>
              <a:gd name="T0" fmla="*/ 57 w 245"/>
              <a:gd name="T1" fmla="*/ 248 h 248"/>
              <a:gd name="T2" fmla="*/ 0 w 245"/>
              <a:gd name="T3" fmla="*/ 56 h 248"/>
              <a:gd name="T4" fmla="*/ 69 w 245"/>
              <a:gd name="T5" fmla="*/ 0 h 248"/>
              <a:gd name="T6" fmla="*/ 245 w 245"/>
              <a:gd name="T7" fmla="*/ 96 h 248"/>
              <a:gd name="T8" fmla="*/ 57 w 245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5" h="248">
                <a:moveTo>
                  <a:pt x="57" y="248"/>
                </a:moveTo>
                <a:cubicBezTo>
                  <a:pt x="0" y="56"/>
                  <a:pt x="0" y="56"/>
                  <a:pt x="0" y="56"/>
                </a:cubicBezTo>
                <a:cubicBezTo>
                  <a:pt x="30" y="47"/>
                  <a:pt x="54" y="28"/>
                  <a:pt x="69" y="0"/>
                </a:cubicBezTo>
                <a:cubicBezTo>
                  <a:pt x="245" y="96"/>
                  <a:pt x="245" y="96"/>
                  <a:pt x="245" y="96"/>
                </a:cubicBezTo>
                <a:cubicBezTo>
                  <a:pt x="204" y="170"/>
                  <a:pt x="138" y="224"/>
                  <a:pt x="57" y="2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9" name="Freeform 166">
            <a:extLst>
              <a:ext uri="{FF2B5EF4-FFF2-40B4-BE49-F238E27FC236}">
                <a16:creationId xmlns:a16="http://schemas.microsoft.com/office/drawing/2014/main" id="{4CE18FFE-ABB8-40B5-8B26-392967256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151111" y="7127775"/>
            <a:ext cx="230867" cy="677133"/>
          </a:xfrm>
          <a:custGeom>
            <a:avLst/>
            <a:gdLst>
              <a:gd name="T0" fmla="*/ 50 w 74"/>
              <a:gd name="T1" fmla="*/ 216 h 216"/>
              <a:gd name="T2" fmla="*/ 12 w 74"/>
              <a:gd name="T3" fmla="*/ 203 h 216"/>
              <a:gd name="T4" fmla="*/ 0 w 74"/>
              <a:gd name="T5" fmla="*/ 17 h 216"/>
              <a:gd name="T6" fmla="*/ 36 w 74"/>
              <a:gd name="T7" fmla="*/ 0 h 216"/>
              <a:gd name="T8" fmla="*/ 50 w 74"/>
              <a:gd name="T9" fmla="*/ 216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" h="216">
                <a:moveTo>
                  <a:pt x="50" y="216"/>
                </a:moveTo>
                <a:cubicBezTo>
                  <a:pt x="12" y="203"/>
                  <a:pt x="12" y="203"/>
                  <a:pt x="12" y="203"/>
                </a:cubicBezTo>
                <a:cubicBezTo>
                  <a:pt x="33" y="142"/>
                  <a:pt x="29" y="76"/>
                  <a:pt x="0" y="17"/>
                </a:cubicBezTo>
                <a:cubicBezTo>
                  <a:pt x="36" y="0"/>
                  <a:pt x="36" y="0"/>
                  <a:pt x="36" y="0"/>
                </a:cubicBezTo>
                <a:cubicBezTo>
                  <a:pt x="70" y="68"/>
                  <a:pt x="74" y="145"/>
                  <a:pt x="50" y="21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0" name="Freeform 167">
            <a:extLst>
              <a:ext uri="{FF2B5EF4-FFF2-40B4-BE49-F238E27FC236}">
                <a16:creationId xmlns:a16="http://schemas.microsoft.com/office/drawing/2014/main" id="{BBF9BA8D-43FD-4277-972F-AFC4602A9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755339" y="6599056"/>
            <a:ext cx="624001" cy="588350"/>
          </a:xfrm>
          <a:custGeom>
            <a:avLst/>
            <a:gdLst>
              <a:gd name="T0" fmla="*/ 128 w 200"/>
              <a:gd name="T1" fmla="*/ 188 h 188"/>
              <a:gd name="T2" fmla="*/ 0 w 200"/>
              <a:gd name="T3" fmla="*/ 75 h 188"/>
              <a:gd name="T4" fmla="*/ 26 w 200"/>
              <a:gd name="T5" fmla="*/ 0 h 188"/>
              <a:gd name="T6" fmla="*/ 200 w 200"/>
              <a:gd name="T7" fmla="*/ 153 h 188"/>
              <a:gd name="T8" fmla="*/ 128 w 200"/>
              <a:gd name="T9" fmla="*/ 18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88">
                <a:moveTo>
                  <a:pt x="128" y="188"/>
                </a:moveTo>
                <a:cubicBezTo>
                  <a:pt x="102" y="135"/>
                  <a:pt x="56" y="95"/>
                  <a:pt x="0" y="75"/>
                </a:cubicBezTo>
                <a:cubicBezTo>
                  <a:pt x="26" y="0"/>
                  <a:pt x="26" y="0"/>
                  <a:pt x="26" y="0"/>
                </a:cubicBezTo>
                <a:cubicBezTo>
                  <a:pt x="102" y="26"/>
                  <a:pt x="164" y="80"/>
                  <a:pt x="200" y="153"/>
                </a:cubicBezTo>
                <a:lnTo>
                  <a:pt x="128" y="1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1" name="Freeform 168">
            <a:extLst>
              <a:ext uri="{FF2B5EF4-FFF2-40B4-BE49-F238E27FC236}">
                <a16:creationId xmlns:a16="http://schemas.microsoft.com/office/drawing/2014/main" id="{0BEC57D4-EB9C-4FC9-8896-86BEA9221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107591" y="6389688"/>
            <a:ext cx="770436" cy="473066"/>
          </a:xfrm>
          <a:custGeom>
            <a:avLst/>
            <a:gdLst>
              <a:gd name="T0" fmla="*/ 53 w 247"/>
              <a:gd name="T1" fmla="*/ 151 h 151"/>
              <a:gd name="T2" fmla="*/ 0 w 247"/>
              <a:gd name="T3" fmla="*/ 44 h 151"/>
              <a:gd name="T4" fmla="*/ 247 w 247"/>
              <a:gd name="T5" fmla="*/ 28 h 151"/>
              <a:gd name="T6" fmla="*/ 208 w 247"/>
              <a:gd name="T7" fmla="*/ 142 h 151"/>
              <a:gd name="T8" fmla="*/ 53 w 247"/>
              <a:gd name="T9" fmla="*/ 151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7" h="151">
                <a:moveTo>
                  <a:pt x="53" y="151"/>
                </a:moveTo>
                <a:cubicBezTo>
                  <a:pt x="0" y="44"/>
                  <a:pt x="0" y="44"/>
                  <a:pt x="0" y="44"/>
                </a:cubicBezTo>
                <a:cubicBezTo>
                  <a:pt x="78" y="6"/>
                  <a:pt x="166" y="0"/>
                  <a:pt x="247" y="28"/>
                </a:cubicBezTo>
                <a:cubicBezTo>
                  <a:pt x="208" y="142"/>
                  <a:pt x="208" y="142"/>
                  <a:pt x="208" y="142"/>
                </a:cubicBezTo>
                <a:cubicBezTo>
                  <a:pt x="157" y="124"/>
                  <a:pt x="102" y="128"/>
                  <a:pt x="53" y="1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2" name="Freeform 169">
            <a:extLst>
              <a:ext uri="{FF2B5EF4-FFF2-40B4-BE49-F238E27FC236}">
                <a16:creationId xmlns:a16="http://schemas.microsoft.com/office/drawing/2014/main" id="{7C414019-5918-4C05-86B9-E1DDDBA77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15253" y="6412215"/>
            <a:ext cx="761202" cy="779166"/>
          </a:xfrm>
          <a:custGeom>
            <a:avLst/>
            <a:gdLst>
              <a:gd name="T0" fmla="*/ 151 w 244"/>
              <a:gd name="T1" fmla="*/ 249 h 249"/>
              <a:gd name="T2" fmla="*/ 0 w 244"/>
              <a:gd name="T3" fmla="*/ 196 h 249"/>
              <a:gd name="T4" fmla="*/ 173 w 244"/>
              <a:gd name="T5" fmla="*/ 0 h 249"/>
              <a:gd name="T6" fmla="*/ 244 w 244"/>
              <a:gd name="T7" fmla="*/ 144 h 249"/>
              <a:gd name="T8" fmla="*/ 151 w 244"/>
              <a:gd name="T9" fmla="*/ 249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249">
                <a:moveTo>
                  <a:pt x="151" y="249"/>
                </a:moveTo>
                <a:cubicBezTo>
                  <a:pt x="0" y="196"/>
                  <a:pt x="0" y="196"/>
                  <a:pt x="0" y="196"/>
                </a:cubicBezTo>
                <a:cubicBezTo>
                  <a:pt x="30" y="110"/>
                  <a:pt x="91" y="40"/>
                  <a:pt x="173" y="0"/>
                </a:cubicBezTo>
                <a:cubicBezTo>
                  <a:pt x="244" y="144"/>
                  <a:pt x="244" y="144"/>
                  <a:pt x="244" y="144"/>
                </a:cubicBezTo>
                <a:cubicBezTo>
                  <a:pt x="200" y="165"/>
                  <a:pt x="167" y="203"/>
                  <a:pt x="151" y="2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3" name="Freeform 170">
            <a:extLst>
              <a:ext uri="{FF2B5EF4-FFF2-40B4-BE49-F238E27FC236}">
                <a16:creationId xmlns:a16="http://schemas.microsoft.com/office/drawing/2014/main" id="{3E2DB905-0E1B-43B6-BFF4-E92520C4B2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297578" y="6980688"/>
            <a:ext cx="711071" cy="870600"/>
          </a:xfrm>
          <a:custGeom>
            <a:avLst/>
            <a:gdLst>
              <a:gd name="T0" fmla="*/ 49 w 228"/>
              <a:gd name="T1" fmla="*/ 278 h 278"/>
              <a:gd name="T2" fmla="*/ 32 w 228"/>
              <a:gd name="T3" fmla="*/ 0 h 278"/>
              <a:gd name="T4" fmla="*/ 221 w 228"/>
              <a:gd name="T5" fmla="*/ 66 h 278"/>
              <a:gd name="T6" fmla="*/ 228 w 228"/>
              <a:gd name="T7" fmla="*/ 190 h 278"/>
              <a:gd name="T8" fmla="*/ 49 w 228"/>
              <a:gd name="T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" h="278">
                <a:moveTo>
                  <a:pt x="49" y="278"/>
                </a:moveTo>
                <a:cubicBezTo>
                  <a:pt x="6" y="191"/>
                  <a:pt x="0" y="92"/>
                  <a:pt x="32" y="0"/>
                </a:cubicBezTo>
                <a:cubicBezTo>
                  <a:pt x="221" y="66"/>
                  <a:pt x="221" y="66"/>
                  <a:pt x="221" y="66"/>
                </a:cubicBezTo>
                <a:cubicBezTo>
                  <a:pt x="207" y="107"/>
                  <a:pt x="209" y="151"/>
                  <a:pt x="228" y="190"/>
                </a:cubicBezTo>
                <a:lnTo>
                  <a:pt x="49" y="27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1C06568-A37F-4C36-BC26-5EF20FB7E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3771" y="8067085"/>
            <a:ext cx="626400" cy="626400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reeform 24">
            <a:extLst>
              <a:ext uri="{FF2B5EF4-FFF2-40B4-BE49-F238E27FC236}">
                <a16:creationId xmlns:a16="http://schemas.microsoft.com/office/drawing/2014/main" id="{3B83A42B-4A26-41D4-8BF3-CAB69EAC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25825" y="8053388"/>
            <a:ext cx="584200" cy="220662"/>
          </a:xfrm>
          <a:custGeom>
            <a:avLst/>
            <a:gdLst>
              <a:gd name="T0" fmla="*/ 188 w 188"/>
              <a:gd name="T1" fmla="*/ 71 h 71"/>
              <a:gd name="T2" fmla="*/ 94 w 188"/>
              <a:gd name="T3" fmla="*/ 0 h 71"/>
              <a:gd name="T4" fmla="*/ 0 w 188"/>
              <a:gd name="T5" fmla="*/ 71 h 71"/>
              <a:gd name="T6" fmla="*/ 188 w 188"/>
              <a:gd name="T7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8" h="71">
                <a:moveTo>
                  <a:pt x="188" y="71"/>
                </a:moveTo>
                <a:cubicBezTo>
                  <a:pt x="176" y="30"/>
                  <a:pt x="138" y="0"/>
                  <a:pt x="94" y="0"/>
                </a:cubicBezTo>
                <a:cubicBezTo>
                  <a:pt x="50" y="0"/>
                  <a:pt x="12" y="30"/>
                  <a:pt x="0" y="71"/>
                </a:cubicBezTo>
                <a:lnTo>
                  <a:pt x="188" y="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993B774-A48B-4A08-916E-6949EEF44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119126" y="8067085"/>
            <a:ext cx="626400" cy="626400"/>
          </a:xfrm>
          <a:prstGeom prst="ellipse">
            <a:avLst/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Freeform 24">
            <a:extLst>
              <a:ext uri="{FF2B5EF4-FFF2-40B4-BE49-F238E27FC236}">
                <a16:creationId xmlns:a16="http://schemas.microsoft.com/office/drawing/2014/main" id="{54D12F61-7201-4FC8-8A32-B90E26AF8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flipV="1">
            <a:off x="1141180" y="8487453"/>
            <a:ext cx="584200" cy="220662"/>
          </a:xfrm>
          <a:custGeom>
            <a:avLst/>
            <a:gdLst>
              <a:gd name="T0" fmla="*/ 188 w 188"/>
              <a:gd name="T1" fmla="*/ 71 h 71"/>
              <a:gd name="T2" fmla="*/ 94 w 188"/>
              <a:gd name="T3" fmla="*/ 0 h 71"/>
              <a:gd name="T4" fmla="*/ 0 w 188"/>
              <a:gd name="T5" fmla="*/ 71 h 71"/>
              <a:gd name="T6" fmla="*/ 188 w 188"/>
              <a:gd name="T7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8" h="71">
                <a:moveTo>
                  <a:pt x="188" y="71"/>
                </a:moveTo>
                <a:cubicBezTo>
                  <a:pt x="176" y="30"/>
                  <a:pt x="138" y="0"/>
                  <a:pt x="94" y="0"/>
                </a:cubicBezTo>
                <a:cubicBezTo>
                  <a:pt x="50" y="0"/>
                  <a:pt x="12" y="30"/>
                  <a:pt x="0" y="71"/>
                </a:cubicBezTo>
                <a:lnTo>
                  <a:pt x="188" y="7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5F103C7-ED30-4358-BCF2-1540F50F5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34481" y="8067085"/>
            <a:ext cx="626400" cy="626400"/>
          </a:xfrm>
          <a:prstGeom prst="ellipse">
            <a:avLst/>
          </a:prstGeom>
          <a:noFill/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Freeform 24">
            <a:extLst>
              <a:ext uri="{FF2B5EF4-FFF2-40B4-BE49-F238E27FC236}">
                <a16:creationId xmlns:a16="http://schemas.microsoft.com/office/drawing/2014/main" id="{4F6CB500-7732-4C6E-AF5D-416D603C9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856535" y="8053388"/>
            <a:ext cx="584200" cy="220662"/>
          </a:xfrm>
          <a:custGeom>
            <a:avLst/>
            <a:gdLst>
              <a:gd name="T0" fmla="*/ 188 w 188"/>
              <a:gd name="T1" fmla="*/ 71 h 71"/>
              <a:gd name="T2" fmla="*/ 94 w 188"/>
              <a:gd name="T3" fmla="*/ 0 h 71"/>
              <a:gd name="T4" fmla="*/ 0 w 188"/>
              <a:gd name="T5" fmla="*/ 71 h 71"/>
              <a:gd name="T6" fmla="*/ 188 w 188"/>
              <a:gd name="T7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8" h="71">
                <a:moveTo>
                  <a:pt x="188" y="71"/>
                </a:moveTo>
                <a:cubicBezTo>
                  <a:pt x="176" y="30"/>
                  <a:pt x="138" y="0"/>
                  <a:pt x="94" y="0"/>
                </a:cubicBezTo>
                <a:cubicBezTo>
                  <a:pt x="50" y="0"/>
                  <a:pt x="12" y="30"/>
                  <a:pt x="0" y="71"/>
                </a:cubicBezTo>
                <a:lnTo>
                  <a:pt x="188" y="7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FFBD215-218C-4FA6-B535-78CE843B1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2549836" y="8067085"/>
            <a:ext cx="626400" cy="626400"/>
          </a:xfrm>
          <a:prstGeom prst="ellipse">
            <a:avLst/>
          </a:prstGeom>
          <a:noFill/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Freeform 24">
            <a:extLst>
              <a:ext uri="{FF2B5EF4-FFF2-40B4-BE49-F238E27FC236}">
                <a16:creationId xmlns:a16="http://schemas.microsoft.com/office/drawing/2014/main" id="{BCB493EB-04EB-4E74-87B6-2FB33DF5E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flipV="1">
            <a:off x="2571890" y="8472823"/>
            <a:ext cx="584200" cy="220662"/>
          </a:xfrm>
          <a:custGeom>
            <a:avLst/>
            <a:gdLst>
              <a:gd name="T0" fmla="*/ 188 w 188"/>
              <a:gd name="T1" fmla="*/ 71 h 71"/>
              <a:gd name="T2" fmla="*/ 94 w 188"/>
              <a:gd name="T3" fmla="*/ 0 h 71"/>
              <a:gd name="T4" fmla="*/ 0 w 188"/>
              <a:gd name="T5" fmla="*/ 71 h 71"/>
              <a:gd name="T6" fmla="*/ 188 w 188"/>
              <a:gd name="T7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8" h="71">
                <a:moveTo>
                  <a:pt x="188" y="71"/>
                </a:moveTo>
                <a:cubicBezTo>
                  <a:pt x="176" y="30"/>
                  <a:pt x="138" y="0"/>
                  <a:pt x="94" y="0"/>
                </a:cubicBezTo>
                <a:cubicBezTo>
                  <a:pt x="50" y="0"/>
                  <a:pt x="12" y="30"/>
                  <a:pt x="0" y="71"/>
                </a:cubicBezTo>
                <a:lnTo>
                  <a:pt x="188" y="7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5" name="Freeform 175">
            <a:extLst>
              <a:ext uri="{FF2B5EF4-FFF2-40B4-BE49-F238E27FC236}">
                <a16:creationId xmlns:a16="http://schemas.microsoft.com/office/drawing/2014/main" id="{B0D399B5-7BCF-4CA1-A258-3A39ADF26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581092" y="8104398"/>
            <a:ext cx="613337" cy="610780"/>
          </a:xfrm>
          <a:custGeom>
            <a:avLst/>
            <a:gdLst>
              <a:gd name="T0" fmla="*/ 96 w 193"/>
              <a:gd name="T1" fmla="*/ 193 h 193"/>
              <a:gd name="T2" fmla="*/ 0 w 193"/>
              <a:gd name="T3" fmla="*/ 96 h 193"/>
              <a:gd name="T4" fmla="*/ 96 w 193"/>
              <a:gd name="T5" fmla="*/ 0 h 193"/>
              <a:gd name="T6" fmla="*/ 193 w 193"/>
              <a:gd name="T7" fmla="*/ 96 h 193"/>
              <a:gd name="T8" fmla="*/ 96 w 193"/>
              <a:gd name="T9" fmla="*/ 193 h 193"/>
              <a:gd name="T10" fmla="*/ 96 w 193"/>
              <a:gd name="T11" fmla="*/ 8 h 193"/>
              <a:gd name="T12" fmla="*/ 8 w 193"/>
              <a:gd name="T13" fmla="*/ 96 h 193"/>
              <a:gd name="T14" fmla="*/ 96 w 193"/>
              <a:gd name="T15" fmla="*/ 185 h 193"/>
              <a:gd name="T16" fmla="*/ 185 w 193"/>
              <a:gd name="T17" fmla="*/ 96 h 193"/>
              <a:gd name="T18" fmla="*/ 96 w 193"/>
              <a:gd name="T19" fmla="*/ 8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3" h="193">
                <a:moveTo>
                  <a:pt x="96" y="193"/>
                </a:moveTo>
                <a:cubicBezTo>
                  <a:pt x="43" y="193"/>
                  <a:pt x="0" y="150"/>
                  <a:pt x="0" y="96"/>
                </a:cubicBezTo>
                <a:cubicBezTo>
                  <a:pt x="0" y="43"/>
                  <a:pt x="43" y="0"/>
                  <a:pt x="96" y="0"/>
                </a:cubicBezTo>
                <a:cubicBezTo>
                  <a:pt x="149" y="0"/>
                  <a:pt x="193" y="43"/>
                  <a:pt x="193" y="96"/>
                </a:cubicBezTo>
                <a:cubicBezTo>
                  <a:pt x="193" y="150"/>
                  <a:pt x="149" y="193"/>
                  <a:pt x="96" y="193"/>
                </a:cubicBezTo>
                <a:close/>
                <a:moveTo>
                  <a:pt x="96" y="8"/>
                </a:moveTo>
                <a:cubicBezTo>
                  <a:pt x="48" y="8"/>
                  <a:pt x="8" y="48"/>
                  <a:pt x="8" y="96"/>
                </a:cubicBezTo>
                <a:cubicBezTo>
                  <a:pt x="8" y="145"/>
                  <a:pt x="48" y="185"/>
                  <a:pt x="96" y="185"/>
                </a:cubicBezTo>
                <a:cubicBezTo>
                  <a:pt x="145" y="185"/>
                  <a:pt x="185" y="145"/>
                  <a:pt x="185" y="96"/>
                </a:cubicBezTo>
                <a:cubicBezTo>
                  <a:pt x="185" y="48"/>
                  <a:pt x="145" y="8"/>
                  <a:pt x="96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6" name="Freeform 176">
            <a:extLst>
              <a:ext uri="{FF2B5EF4-FFF2-40B4-BE49-F238E27FC236}">
                <a16:creationId xmlns:a16="http://schemas.microsoft.com/office/drawing/2014/main" id="{72CFA9B0-B5D4-4B19-A948-4ACA859AC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529981" y="8053388"/>
            <a:ext cx="715560" cy="712800"/>
          </a:xfrm>
          <a:custGeom>
            <a:avLst/>
            <a:gdLst>
              <a:gd name="T0" fmla="*/ 112 w 225"/>
              <a:gd name="T1" fmla="*/ 225 h 225"/>
              <a:gd name="T2" fmla="*/ 33 w 225"/>
              <a:gd name="T3" fmla="*/ 192 h 225"/>
              <a:gd name="T4" fmla="*/ 0 w 225"/>
              <a:gd name="T5" fmla="*/ 112 h 225"/>
              <a:gd name="T6" fmla="*/ 33 w 225"/>
              <a:gd name="T7" fmla="*/ 33 h 225"/>
              <a:gd name="T8" fmla="*/ 112 w 225"/>
              <a:gd name="T9" fmla="*/ 0 h 225"/>
              <a:gd name="T10" fmla="*/ 112 w 225"/>
              <a:gd name="T11" fmla="*/ 40 h 225"/>
              <a:gd name="T12" fmla="*/ 61 w 225"/>
              <a:gd name="T13" fmla="*/ 61 h 225"/>
              <a:gd name="T14" fmla="*/ 40 w 225"/>
              <a:gd name="T15" fmla="*/ 112 h 225"/>
              <a:gd name="T16" fmla="*/ 61 w 225"/>
              <a:gd name="T17" fmla="*/ 164 h 225"/>
              <a:gd name="T18" fmla="*/ 112 w 225"/>
              <a:gd name="T19" fmla="*/ 185 h 225"/>
              <a:gd name="T20" fmla="*/ 163 w 225"/>
              <a:gd name="T21" fmla="*/ 164 h 225"/>
              <a:gd name="T22" fmla="*/ 185 w 225"/>
              <a:gd name="T23" fmla="*/ 112 h 225"/>
              <a:gd name="T24" fmla="*/ 163 w 225"/>
              <a:gd name="T25" fmla="*/ 61 h 225"/>
              <a:gd name="T26" fmla="*/ 192 w 225"/>
              <a:gd name="T27" fmla="*/ 33 h 225"/>
              <a:gd name="T28" fmla="*/ 225 w 225"/>
              <a:gd name="T29" fmla="*/ 112 h 225"/>
              <a:gd name="T30" fmla="*/ 192 w 225"/>
              <a:gd name="T31" fmla="*/ 192 h 225"/>
              <a:gd name="T32" fmla="*/ 112 w 225"/>
              <a:gd name="T33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5" h="225">
                <a:moveTo>
                  <a:pt x="112" y="225"/>
                </a:moveTo>
                <a:cubicBezTo>
                  <a:pt x="82" y="225"/>
                  <a:pt x="54" y="213"/>
                  <a:pt x="33" y="192"/>
                </a:cubicBezTo>
                <a:cubicBezTo>
                  <a:pt x="12" y="171"/>
                  <a:pt x="0" y="142"/>
                  <a:pt x="0" y="112"/>
                </a:cubicBezTo>
                <a:cubicBezTo>
                  <a:pt x="0" y="82"/>
                  <a:pt x="12" y="54"/>
                  <a:pt x="33" y="33"/>
                </a:cubicBezTo>
                <a:cubicBezTo>
                  <a:pt x="54" y="12"/>
                  <a:pt x="82" y="0"/>
                  <a:pt x="112" y="0"/>
                </a:cubicBezTo>
                <a:cubicBezTo>
                  <a:pt x="112" y="40"/>
                  <a:pt x="112" y="40"/>
                  <a:pt x="112" y="40"/>
                </a:cubicBezTo>
                <a:cubicBezTo>
                  <a:pt x="93" y="40"/>
                  <a:pt x="75" y="48"/>
                  <a:pt x="61" y="61"/>
                </a:cubicBezTo>
                <a:cubicBezTo>
                  <a:pt x="47" y="75"/>
                  <a:pt x="40" y="93"/>
                  <a:pt x="40" y="112"/>
                </a:cubicBezTo>
                <a:cubicBezTo>
                  <a:pt x="40" y="132"/>
                  <a:pt x="47" y="150"/>
                  <a:pt x="61" y="164"/>
                </a:cubicBezTo>
                <a:cubicBezTo>
                  <a:pt x="75" y="177"/>
                  <a:pt x="93" y="185"/>
                  <a:pt x="112" y="185"/>
                </a:cubicBezTo>
                <a:cubicBezTo>
                  <a:pt x="132" y="185"/>
                  <a:pt x="150" y="177"/>
                  <a:pt x="163" y="164"/>
                </a:cubicBezTo>
                <a:cubicBezTo>
                  <a:pt x="177" y="150"/>
                  <a:pt x="185" y="132"/>
                  <a:pt x="185" y="112"/>
                </a:cubicBezTo>
                <a:cubicBezTo>
                  <a:pt x="185" y="93"/>
                  <a:pt x="177" y="75"/>
                  <a:pt x="163" y="61"/>
                </a:cubicBezTo>
                <a:cubicBezTo>
                  <a:pt x="192" y="33"/>
                  <a:pt x="192" y="33"/>
                  <a:pt x="192" y="33"/>
                </a:cubicBezTo>
                <a:cubicBezTo>
                  <a:pt x="213" y="54"/>
                  <a:pt x="225" y="82"/>
                  <a:pt x="225" y="112"/>
                </a:cubicBezTo>
                <a:cubicBezTo>
                  <a:pt x="225" y="142"/>
                  <a:pt x="213" y="171"/>
                  <a:pt x="192" y="192"/>
                </a:cubicBezTo>
                <a:cubicBezTo>
                  <a:pt x="170" y="213"/>
                  <a:pt x="142" y="225"/>
                  <a:pt x="112" y="2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7" name="Freeform 177">
            <a:extLst>
              <a:ext uri="{FF2B5EF4-FFF2-40B4-BE49-F238E27FC236}">
                <a16:creationId xmlns:a16="http://schemas.microsoft.com/office/drawing/2014/main" id="{03837F5C-3766-4E7E-93FB-4ED315869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334313" y="8104398"/>
            <a:ext cx="613337" cy="610780"/>
          </a:xfrm>
          <a:custGeom>
            <a:avLst/>
            <a:gdLst>
              <a:gd name="T0" fmla="*/ 97 w 193"/>
              <a:gd name="T1" fmla="*/ 193 h 193"/>
              <a:gd name="T2" fmla="*/ 0 w 193"/>
              <a:gd name="T3" fmla="*/ 96 h 193"/>
              <a:gd name="T4" fmla="*/ 97 w 193"/>
              <a:gd name="T5" fmla="*/ 0 h 193"/>
              <a:gd name="T6" fmla="*/ 193 w 193"/>
              <a:gd name="T7" fmla="*/ 96 h 193"/>
              <a:gd name="T8" fmla="*/ 97 w 193"/>
              <a:gd name="T9" fmla="*/ 193 h 193"/>
              <a:gd name="T10" fmla="*/ 97 w 193"/>
              <a:gd name="T11" fmla="*/ 8 h 193"/>
              <a:gd name="T12" fmla="*/ 8 w 193"/>
              <a:gd name="T13" fmla="*/ 96 h 193"/>
              <a:gd name="T14" fmla="*/ 97 w 193"/>
              <a:gd name="T15" fmla="*/ 185 h 193"/>
              <a:gd name="T16" fmla="*/ 185 w 193"/>
              <a:gd name="T17" fmla="*/ 96 h 193"/>
              <a:gd name="T18" fmla="*/ 97 w 193"/>
              <a:gd name="T19" fmla="*/ 8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3" h="193">
                <a:moveTo>
                  <a:pt x="97" y="193"/>
                </a:moveTo>
                <a:cubicBezTo>
                  <a:pt x="44" y="193"/>
                  <a:pt x="0" y="150"/>
                  <a:pt x="0" y="96"/>
                </a:cubicBezTo>
                <a:cubicBezTo>
                  <a:pt x="0" y="43"/>
                  <a:pt x="44" y="0"/>
                  <a:pt x="97" y="0"/>
                </a:cubicBezTo>
                <a:cubicBezTo>
                  <a:pt x="150" y="0"/>
                  <a:pt x="193" y="43"/>
                  <a:pt x="193" y="96"/>
                </a:cubicBezTo>
                <a:cubicBezTo>
                  <a:pt x="193" y="150"/>
                  <a:pt x="150" y="193"/>
                  <a:pt x="97" y="193"/>
                </a:cubicBezTo>
                <a:close/>
                <a:moveTo>
                  <a:pt x="97" y="8"/>
                </a:moveTo>
                <a:cubicBezTo>
                  <a:pt x="48" y="8"/>
                  <a:pt x="8" y="48"/>
                  <a:pt x="8" y="96"/>
                </a:cubicBezTo>
                <a:cubicBezTo>
                  <a:pt x="8" y="145"/>
                  <a:pt x="48" y="185"/>
                  <a:pt x="97" y="185"/>
                </a:cubicBezTo>
                <a:cubicBezTo>
                  <a:pt x="146" y="185"/>
                  <a:pt x="185" y="145"/>
                  <a:pt x="185" y="96"/>
                </a:cubicBezTo>
                <a:cubicBezTo>
                  <a:pt x="185" y="48"/>
                  <a:pt x="146" y="8"/>
                  <a:pt x="97" y="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8" name="Freeform 178">
            <a:extLst>
              <a:ext uri="{FF2B5EF4-FFF2-40B4-BE49-F238E27FC236}">
                <a16:creationId xmlns:a16="http://schemas.microsoft.com/office/drawing/2014/main" id="{909E8EE4-78C7-4B8C-B31D-215B1691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283202" y="8053388"/>
            <a:ext cx="714215" cy="712800"/>
          </a:xfrm>
          <a:custGeom>
            <a:avLst/>
            <a:gdLst>
              <a:gd name="T0" fmla="*/ 113 w 225"/>
              <a:gd name="T1" fmla="*/ 225 h 225"/>
              <a:gd name="T2" fmla="*/ 33 w 225"/>
              <a:gd name="T3" fmla="*/ 192 h 225"/>
              <a:gd name="T4" fmla="*/ 0 w 225"/>
              <a:gd name="T5" fmla="*/ 112 h 225"/>
              <a:gd name="T6" fmla="*/ 33 w 225"/>
              <a:gd name="T7" fmla="*/ 33 h 225"/>
              <a:gd name="T8" fmla="*/ 113 w 225"/>
              <a:gd name="T9" fmla="*/ 0 h 225"/>
              <a:gd name="T10" fmla="*/ 113 w 225"/>
              <a:gd name="T11" fmla="*/ 40 h 225"/>
              <a:gd name="T12" fmla="*/ 62 w 225"/>
              <a:gd name="T13" fmla="*/ 61 h 225"/>
              <a:gd name="T14" fmla="*/ 40 w 225"/>
              <a:gd name="T15" fmla="*/ 112 h 225"/>
              <a:gd name="T16" fmla="*/ 62 w 225"/>
              <a:gd name="T17" fmla="*/ 164 h 225"/>
              <a:gd name="T18" fmla="*/ 113 w 225"/>
              <a:gd name="T19" fmla="*/ 185 h 225"/>
              <a:gd name="T20" fmla="*/ 164 w 225"/>
              <a:gd name="T21" fmla="*/ 164 h 225"/>
              <a:gd name="T22" fmla="*/ 185 w 225"/>
              <a:gd name="T23" fmla="*/ 112 h 225"/>
              <a:gd name="T24" fmla="*/ 225 w 225"/>
              <a:gd name="T25" fmla="*/ 112 h 225"/>
              <a:gd name="T26" fmla="*/ 192 w 225"/>
              <a:gd name="T27" fmla="*/ 192 h 225"/>
              <a:gd name="T28" fmla="*/ 113 w 225"/>
              <a:gd name="T29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25" h="225">
                <a:moveTo>
                  <a:pt x="113" y="225"/>
                </a:moveTo>
                <a:cubicBezTo>
                  <a:pt x="83" y="225"/>
                  <a:pt x="55" y="213"/>
                  <a:pt x="33" y="192"/>
                </a:cubicBezTo>
                <a:cubicBezTo>
                  <a:pt x="12" y="171"/>
                  <a:pt x="0" y="142"/>
                  <a:pt x="0" y="112"/>
                </a:cubicBezTo>
                <a:cubicBezTo>
                  <a:pt x="0" y="82"/>
                  <a:pt x="12" y="54"/>
                  <a:pt x="33" y="33"/>
                </a:cubicBezTo>
                <a:cubicBezTo>
                  <a:pt x="55" y="12"/>
                  <a:pt x="83" y="0"/>
                  <a:pt x="113" y="0"/>
                </a:cubicBezTo>
                <a:cubicBezTo>
                  <a:pt x="113" y="40"/>
                  <a:pt x="113" y="40"/>
                  <a:pt x="113" y="40"/>
                </a:cubicBezTo>
                <a:cubicBezTo>
                  <a:pt x="93" y="40"/>
                  <a:pt x="75" y="48"/>
                  <a:pt x="62" y="61"/>
                </a:cubicBezTo>
                <a:cubicBezTo>
                  <a:pt x="48" y="75"/>
                  <a:pt x="40" y="93"/>
                  <a:pt x="40" y="112"/>
                </a:cubicBezTo>
                <a:cubicBezTo>
                  <a:pt x="40" y="132"/>
                  <a:pt x="48" y="150"/>
                  <a:pt x="62" y="164"/>
                </a:cubicBezTo>
                <a:cubicBezTo>
                  <a:pt x="75" y="177"/>
                  <a:pt x="93" y="185"/>
                  <a:pt x="113" y="185"/>
                </a:cubicBezTo>
                <a:cubicBezTo>
                  <a:pt x="132" y="185"/>
                  <a:pt x="150" y="177"/>
                  <a:pt x="164" y="164"/>
                </a:cubicBezTo>
                <a:cubicBezTo>
                  <a:pt x="178" y="150"/>
                  <a:pt x="185" y="132"/>
                  <a:pt x="185" y="112"/>
                </a:cubicBezTo>
                <a:cubicBezTo>
                  <a:pt x="225" y="112"/>
                  <a:pt x="225" y="112"/>
                  <a:pt x="225" y="112"/>
                </a:cubicBezTo>
                <a:cubicBezTo>
                  <a:pt x="225" y="142"/>
                  <a:pt x="214" y="171"/>
                  <a:pt x="192" y="192"/>
                </a:cubicBezTo>
                <a:cubicBezTo>
                  <a:pt x="171" y="213"/>
                  <a:pt x="143" y="225"/>
                  <a:pt x="113" y="22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9" name="Freeform 179">
            <a:extLst>
              <a:ext uri="{FF2B5EF4-FFF2-40B4-BE49-F238E27FC236}">
                <a16:creationId xmlns:a16="http://schemas.microsoft.com/office/drawing/2014/main" id="{E4C1866A-64AA-41D9-BC33-587E1F23D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90224" y="8104398"/>
            <a:ext cx="613337" cy="610780"/>
          </a:xfrm>
          <a:custGeom>
            <a:avLst/>
            <a:gdLst>
              <a:gd name="T0" fmla="*/ 96 w 193"/>
              <a:gd name="T1" fmla="*/ 193 h 193"/>
              <a:gd name="T2" fmla="*/ 0 w 193"/>
              <a:gd name="T3" fmla="*/ 96 h 193"/>
              <a:gd name="T4" fmla="*/ 96 w 193"/>
              <a:gd name="T5" fmla="*/ 0 h 193"/>
              <a:gd name="T6" fmla="*/ 193 w 193"/>
              <a:gd name="T7" fmla="*/ 96 h 193"/>
              <a:gd name="T8" fmla="*/ 96 w 193"/>
              <a:gd name="T9" fmla="*/ 193 h 193"/>
              <a:gd name="T10" fmla="*/ 96 w 193"/>
              <a:gd name="T11" fmla="*/ 8 h 193"/>
              <a:gd name="T12" fmla="*/ 8 w 193"/>
              <a:gd name="T13" fmla="*/ 96 h 193"/>
              <a:gd name="T14" fmla="*/ 96 w 193"/>
              <a:gd name="T15" fmla="*/ 185 h 193"/>
              <a:gd name="T16" fmla="*/ 185 w 193"/>
              <a:gd name="T17" fmla="*/ 96 h 193"/>
              <a:gd name="T18" fmla="*/ 96 w 193"/>
              <a:gd name="T19" fmla="*/ 8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3" h="193">
                <a:moveTo>
                  <a:pt x="96" y="193"/>
                </a:moveTo>
                <a:cubicBezTo>
                  <a:pt x="43" y="193"/>
                  <a:pt x="0" y="150"/>
                  <a:pt x="0" y="96"/>
                </a:cubicBezTo>
                <a:cubicBezTo>
                  <a:pt x="0" y="43"/>
                  <a:pt x="43" y="0"/>
                  <a:pt x="96" y="0"/>
                </a:cubicBezTo>
                <a:cubicBezTo>
                  <a:pt x="150" y="0"/>
                  <a:pt x="193" y="43"/>
                  <a:pt x="193" y="96"/>
                </a:cubicBezTo>
                <a:cubicBezTo>
                  <a:pt x="193" y="150"/>
                  <a:pt x="150" y="193"/>
                  <a:pt x="96" y="193"/>
                </a:cubicBezTo>
                <a:close/>
                <a:moveTo>
                  <a:pt x="96" y="8"/>
                </a:moveTo>
                <a:cubicBezTo>
                  <a:pt x="48" y="8"/>
                  <a:pt x="8" y="48"/>
                  <a:pt x="8" y="96"/>
                </a:cubicBezTo>
                <a:cubicBezTo>
                  <a:pt x="8" y="145"/>
                  <a:pt x="48" y="185"/>
                  <a:pt x="96" y="185"/>
                </a:cubicBezTo>
                <a:cubicBezTo>
                  <a:pt x="145" y="185"/>
                  <a:pt x="185" y="145"/>
                  <a:pt x="185" y="96"/>
                </a:cubicBezTo>
                <a:cubicBezTo>
                  <a:pt x="185" y="48"/>
                  <a:pt x="145" y="8"/>
                  <a:pt x="96" y="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0" name="Freeform 180">
            <a:extLst>
              <a:ext uri="{FF2B5EF4-FFF2-40B4-BE49-F238E27FC236}">
                <a16:creationId xmlns:a16="http://schemas.microsoft.com/office/drawing/2014/main" id="{EE88FE6B-1E7D-4422-8DB0-BB147919D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039112" y="8053388"/>
            <a:ext cx="610647" cy="712800"/>
          </a:xfrm>
          <a:custGeom>
            <a:avLst/>
            <a:gdLst>
              <a:gd name="T0" fmla="*/ 112 w 192"/>
              <a:gd name="T1" fmla="*/ 225 h 225"/>
              <a:gd name="T2" fmla="*/ 33 w 192"/>
              <a:gd name="T3" fmla="*/ 192 h 225"/>
              <a:gd name="T4" fmla="*/ 0 w 192"/>
              <a:gd name="T5" fmla="*/ 112 h 225"/>
              <a:gd name="T6" fmla="*/ 33 w 192"/>
              <a:gd name="T7" fmla="*/ 33 h 225"/>
              <a:gd name="T8" fmla="*/ 112 w 192"/>
              <a:gd name="T9" fmla="*/ 0 h 225"/>
              <a:gd name="T10" fmla="*/ 112 w 192"/>
              <a:gd name="T11" fmla="*/ 40 h 225"/>
              <a:gd name="T12" fmla="*/ 61 w 192"/>
              <a:gd name="T13" fmla="*/ 61 h 225"/>
              <a:gd name="T14" fmla="*/ 40 w 192"/>
              <a:gd name="T15" fmla="*/ 112 h 225"/>
              <a:gd name="T16" fmla="*/ 61 w 192"/>
              <a:gd name="T17" fmla="*/ 164 h 225"/>
              <a:gd name="T18" fmla="*/ 112 w 192"/>
              <a:gd name="T19" fmla="*/ 185 h 225"/>
              <a:gd name="T20" fmla="*/ 164 w 192"/>
              <a:gd name="T21" fmla="*/ 164 h 225"/>
              <a:gd name="T22" fmla="*/ 192 w 192"/>
              <a:gd name="T23" fmla="*/ 192 h 225"/>
              <a:gd name="T24" fmla="*/ 112 w 192"/>
              <a:gd name="T25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2" h="225">
                <a:moveTo>
                  <a:pt x="112" y="225"/>
                </a:moveTo>
                <a:cubicBezTo>
                  <a:pt x="82" y="225"/>
                  <a:pt x="54" y="213"/>
                  <a:pt x="33" y="192"/>
                </a:cubicBezTo>
                <a:cubicBezTo>
                  <a:pt x="12" y="171"/>
                  <a:pt x="0" y="142"/>
                  <a:pt x="0" y="112"/>
                </a:cubicBezTo>
                <a:cubicBezTo>
                  <a:pt x="0" y="82"/>
                  <a:pt x="12" y="54"/>
                  <a:pt x="33" y="33"/>
                </a:cubicBezTo>
                <a:cubicBezTo>
                  <a:pt x="54" y="12"/>
                  <a:pt x="82" y="0"/>
                  <a:pt x="112" y="0"/>
                </a:cubicBezTo>
                <a:cubicBezTo>
                  <a:pt x="112" y="40"/>
                  <a:pt x="112" y="40"/>
                  <a:pt x="112" y="40"/>
                </a:cubicBezTo>
                <a:cubicBezTo>
                  <a:pt x="93" y="40"/>
                  <a:pt x="75" y="48"/>
                  <a:pt x="61" y="61"/>
                </a:cubicBezTo>
                <a:cubicBezTo>
                  <a:pt x="48" y="75"/>
                  <a:pt x="40" y="93"/>
                  <a:pt x="40" y="112"/>
                </a:cubicBezTo>
                <a:cubicBezTo>
                  <a:pt x="40" y="132"/>
                  <a:pt x="48" y="150"/>
                  <a:pt x="61" y="164"/>
                </a:cubicBezTo>
                <a:cubicBezTo>
                  <a:pt x="75" y="177"/>
                  <a:pt x="93" y="185"/>
                  <a:pt x="112" y="185"/>
                </a:cubicBezTo>
                <a:cubicBezTo>
                  <a:pt x="132" y="185"/>
                  <a:pt x="150" y="177"/>
                  <a:pt x="164" y="164"/>
                </a:cubicBezTo>
                <a:cubicBezTo>
                  <a:pt x="192" y="192"/>
                  <a:pt x="192" y="192"/>
                  <a:pt x="192" y="192"/>
                </a:cubicBezTo>
                <a:cubicBezTo>
                  <a:pt x="171" y="213"/>
                  <a:pt x="142" y="225"/>
                  <a:pt x="112" y="22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1" name="Freeform 181">
            <a:extLst>
              <a:ext uri="{FF2B5EF4-FFF2-40B4-BE49-F238E27FC236}">
                <a16:creationId xmlns:a16="http://schemas.microsoft.com/office/drawing/2014/main" id="{3C2DC6DF-78F9-4064-8D8F-ACC31F5C7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846134" y="8104398"/>
            <a:ext cx="610647" cy="610780"/>
          </a:xfrm>
          <a:custGeom>
            <a:avLst/>
            <a:gdLst>
              <a:gd name="T0" fmla="*/ 96 w 192"/>
              <a:gd name="T1" fmla="*/ 193 h 193"/>
              <a:gd name="T2" fmla="*/ 0 w 192"/>
              <a:gd name="T3" fmla="*/ 96 h 193"/>
              <a:gd name="T4" fmla="*/ 96 w 192"/>
              <a:gd name="T5" fmla="*/ 0 h 193"/>
              <a:gd name="T6" fmla="*/ 192 w 192"/>
              <a:gd name="T7" fmla="*/ 96 h 193"/>
              <a:gd name="T8" fmla="*/ 96 w 192"/>
              <a:gd name="T9" fmla="*/ 193 h 193"/>
              <a:gd name="T10" fmla="*/ 96 w 192"/>
              <a:gd name="T11" fmla="*/ 8 h 193"/>
              <a:gd name="T12" fmla="*/ 8 w 192"/>
              <a:gd name="T13" fmla="*/ 96 h 193"/>
              <a:gd name="T14" fmla="*/ 96 w 192"/>
              <a:gd name="T15" fmla="*/ 185 h 193"/>
              <a:gd name="T16" fmla="*/ 184 w 192"/>
              <a:gd name="T17" fmla="*/ 96 h 193"/>
              <a:gd name="T18" fmla="*/ 96 w 192"/>
              <a:gd name="T19" fmla="*/ 8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2" h="193">
                <a:moveTo>
                  <a:pt x="96" y="193"/>
                </a:moveTo>
                <a:cubicBezTo>
                  <a:pt x="43" y="193"/>
                  <a:pt x="0" y="150"/>
                  <a:pt x="0" y="96"/>
                </a:cubicBezTo>
                <a:cubicBezTo>
                  <a:pt x="0" y="43"/>
                  <a:pt x="43" y="0"/>
                  <a:pt x="96" y="0"/>
                </a:cubicBezTo>
                <a:cubicBezTo>
                  <a:pt x="149" y="0"/>
                  <a:pt x="192" y="43"/>
                  <a:pt x="192" y="96"/>
                </a:cubicBezTo>
                <a:cubicBezTo>
                  <a:pt x="192" y="150"/>
                  <a:pt x="149" y="193"/>
                  <a:pt x="96" y="193"/>
                </a:cubicBezTo>
                <a:close/>
                <a:moveTo>
                  <a:pt x="96" y="8"/>
                </a:moveTo>
                <a:cubicBezTo>
                  <a:pt x="47" y="8"/>
                  <a:pt x="8" y="48"/>
                  <a:pt x="8" y="96"/>
                </a:cubicBezTo>
                <a:cubicBezTo>
                  <a:pt x="8" y="145"/>
                  <a:pt x="47" y="185"/>
                  <a:pt x="96" y="185"/>
                </a:cubicBezTo>
                <a:cubicBezTo>
                  <a:pt x="145" y="185"/>
                  <a:pt x="184" y="145"/>
                  <a:pt x="184" y="96"/>
                </a:cubicBezTo>
                <a:cubicBezTo>
                  <a:pt x="184" y="48"/>
                  <a:pt x="145" y="8"/>
                  <a:pt x="96" y="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2" name="Freeform 182">
            <a:extLst>
              <a:ext uri="{FF2B5EF4-FFF2-40B4-BE49-F238E27FC236}">
                <a16:creationId xmlns:a16="http://schemas.microsoft.com/office/drawing/2014/main" id="{365C2608-191E-43C9-8239-000437E83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795023" y="8053388"/>
            <a:ext cx="356435" cy="712800"/>
          </a:xfrm>
          <a:custGeom>
            <a:avLst/>
            <a:gdLst>
              <a:gd name="T0" fmla="*/ 112 w 112"/>
              <a:gd name="T1" fmla="*/ 225 h 225"/>
              <a:gd name="T2" fmla="*/ 32 w 112"/>
              <a:gd name="T3" fmla="*/ 192 h 225"/>
              <a:gd name="T4" fmla="*/ 0 w 112"/>
              <a:gd name="T5" fmla="*/ 112 h 225"/>
              <a:gd name="T6" fmla="*/ 32 w 112"/>
              <a:gd name="T7" fmla="*/ 33 h 225"/>
              <a:gd name="T8" fmla="*/ 112 w 112"/>
              <a:gd name="T9" fmla="*/ 0 h 225"/>
              <a:gd name="T10" fmla="*/ 112 w 112"/>
              <a:gd name="T11" fmla="*/ 40 h 225"/>
              <a:gd name="T12" fmla="*/ 61 w 112"/>
              <a:gd name="T13" fmla="*/ 61 h 225"/>
              <a:gd name="T14" fmla="*/ 40 w 112"/>
              <a:gd name="T15" fmla="*/ 112 h 225"/>
              <a:gd name="T16" fmla="*/ 61 w 112"/>
              <a:gd name="T17" fmla="*/ 164 h 225"/>
              <a:gd name="T18" fmla="*/ 112 w 112"/>
              <a:gd name="T19" fmla="*/ 185 h 225"/>
              <a:gd name="T20" fmla="*/ 112 w 112"/>
              <a:gd name="T21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2" h="225">
                <a:moveTo>
                  <a:pt x="112" y="225"/>
                </a:moveTo>
                <a:cubicBezTo>
                  <a:pt x="82" y="225"/>
                  <a:pt x="54" y="213"/>
                  <a:pt x="32" y="192"/>
                </a:cubicBezTo>
                <a:cubicBezTo>
                  <a:pt x="11" y="171"/>
                  <a:pt x="0" y="142"/>
                  <a:pt x="0" y="112"/>
                </a:cubicBezTo>
                <a:cubicBezTo>
                  <a:pt x="0" y="82"/>
                  <a:pt x="11" y="54"/>
                  <a:pt x="32" y="33"/>
                </a:cubicBezTo>
                <a:cubicBezTo>
                  <a:pt x="54" y="12"/>
                  <a:pt x="82" y="0"/>
                  <a:pt x="112" y="0"/>
                </a:cubicBezTo>
                <a:cubicBezTo>
                  <a:pt x="112" y="40"/>
                  <a:pt x="112" y="40"/>
                  <a:pt x="112" y="40"/>
                </a:cubicBezTo>
                <a:cubicBezTo>
                  <a:pt x="93" y="40"/>
                  <a:pt x="74" y="48"/>
                  <a:pt x="61" y="61"/>
                </a:cubicBezTo>
                <a:cubicBezTo>
                  <a:pt x="47" y="75"/>
                  <a:pt x="40" y="93"/>
                  <a:pt x="40" y="112"/>
                </a:cubicBezTo>
                <a:cubicBezTo>
                  <a:pt x="40" y="132"/>
                  <a:pt x="47" y="150"/>
                  <a:pt x="61" y="164"/>
                </a:cubicBezTo>
                <a:cubicBezTo>
                  <a:pt x="74" y="177"/>
                  <a:pt x="93" y="185"/>
                  <a:pt x="112" y="185"/>
                </a:cubicBezTo>
                <a:lnTo>
                  <a:pt x="112" y="22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3" name="Oval 183">
            <a:extLst>
              <a:ext uri="{FF2B5EF4-FFF2-40B4-BE49-F238E27FC236}">
                <a16:creationId xmlns:a16="http://schemas.microsoft.com/office/drawing/2014/main" id="{B72F9BF3-CA1E-4341-961B-0B2B0D540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0976" y="8246690"/>
            <a:ext cx="329534" cy="3261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Oval 184">
            <a:extLst>
              <a:ext uri="{FF2B5EF4-FFF2-40B4-BE49-F238E27FC236}">
                <a16:creationId xmlns:a16="http://schemas.microsoft.com/office/drawing/2014/main" id="{72B51BAB-7156-467D-9477-815169965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887" y="8246690"/>
            <a:ext cx="330879" cy="3261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5" name="Oval 185">
            <a:extLst>
              <a:ext uri="{FF2B5EF4-FFF2-40B4-BE49-F238E27FC236}">
                <a16:creationId xmlns:a16="http://schemas.microsoft.com/office/drawing/2014/main" id="{094347C3-55A1-4E56-96B8-3B0B85A10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107" y="8246690"/>
            <a:ext cx="330879" cy="3261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6" name="Oval 186">
            <a:extLst>
              <a:ext uri="{FF2B5EF4-FFF2-40B4-BE49-F238E27FC236}">
                <a16:creationId xmlns:a16="http://schemas.microsoft.com/office/drawing/2014/main" id="{3F043C7A-057E-4353-992E-D1BD7AA69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018" y="8246690"/>
            <a:ext cx="330879" cy="3261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2" name="Title 247">
            <a:extLst>
              <a:ext uri="{FF2B5EF4-FFF2-40B4-BE49-F238E27FC236}">
                <a16:creationId xmlns:a16="http://schemas.microsoft.com/office/drawing/2014/main" id="{456CE5C5-E2F4-46DE-8C72-C9F0472E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0" y="409575"/>
            <a:ext cx="2822575" cy="712788"/>
          </a:xfrm>
        </p:spPr>
        <p:txBody>
          <a:bodyPr lIns="0" tIns="0" rIns="0" bIns="0">
            <a:normAutofit fontScale="90000"/>
          </a:bodyPr>
          <a:lstStyle>
            <a:lvl1pPr algn="r"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INFOGRAPHIC</a:t>
            </a:r>
            <a:br>
              <a:rPr lang="en-US" dirty="0"/>
            </a:br>
            <a:r>
              <a:rPr lang="en-US" dirty="0"/>
              <a:t>ELEMENTS:</a:t>
            </a:r>
          </a:p>
        </p:txBody>
      </p:sp>
      <p:sp>
        <p:nvSpPr>
          <p:cNvPr id="143" name="Text Placeholder 253">
            <a:extLst>
              <a:ext uri="{FF2B5EF4-FFF2-40B4-BE49-F238E27FC236}">
                <a16:creationId xmlns:a16="http://schemas.microsoft.com/office/drawing/2014/main" id="{9DC70441-9597-4C40-962E-10B0FEEA606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202238" y="1143000"/>
            <a:ext cx="1260475" cy="328613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2200" i="1">
                <a:solidFill>
                  <a:schemeClr val="bg2"/>
                </a:solidFill>
              </a:defRPr>
            </a:lvl1pPr>
            <a:lvl2pPr marL="342900" indent="0" algn="r">
              <a:buNone/>
              <a:defRPr sz="2200">
                <a:solidFill>
                  <a:schemeClr val="bg2"/>
                </a:solidFill>
              </a:defRPr>
            </a:lvl2pPr>
            <a:lvl3pPr marL="685800" indent="0" algn="r">
              <a:buNone/>
              <a:defRPr sz="2200">
                <a:solidFill>
                  <a:schemeClr val="bg2"/>
                </a:solidFill>
              </a:defRPr>
            </a:lvl3pPr>
            <a:lvl4pPr marL="1028700" indent="0" algn="r">
              <a:buNone/>
              <a:defRPr sz="2200">
                <a:solidFill>
                  <a:schemeClr val="bg2"/>
                </a:solidFill>
              </a:defRPr>
            </a:lvl4pPr>
            <a:lvl5pPr marL="1371600" indent="0" algn="r">
              <a:buNone/>
              <a:defRPr sz="2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Shapes</a:t>
            </a:r>
          </a:p>
        </p:txBody>
      </p:sp>
    </p:spTree>
    <p:extLst>
      <p:ext uri="{BB962C8B-B14F-4D97-AF65-F5344CB8AC3E}">
        <p14:creationId xmlns:p14="http://schemas.microsoft.com/office/powerpoint/2010/main" val="140045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2">
            <a:extLst>
              <a:ext uri="{FF2B5EF4-FFF2-40B4-BE49-F238E27FC236}">
                <a16:creationId xmlns:a16="http://schemas.microsoft.com/office/drawing/2014/main" id="{67767B73-959F-49B4-9253-E630FD814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9629" y="423069"/>
            <a:ext cx="1808163" cy="320675"/>
          </a:xfrm>
          <a:custGeom>
            <a:avLst/>
            <a:gdLst>
              <a:gd name="T0" fmla="*/ 997 w 1139"/>
              <a:gd name="T1" fmla="*/ 202 h 202"/>
              <a:gd name="T2" fmla="*/ 0 w 1139"/>
              <a:gd name="T3" fmla="*/ 202 h 202"/>
              <a:gd name="T4" fmla="*/ 0 w 1139"/>
              <a:gd name="T5" fmla="*/ 0 h 202"/>
              <a:gd name="T6" fmla="*/ 997 w 1139"/>
              <a:gd name="T7" fmla="*/ 0 h 202"/>
              <a:gd name="T8" fmla="*/ 1139 w 1139"/>
              <a:gd name="T9" fmla="*/ 100 h 202"/>
              <a:gd name="T10" fmla="*/ 997 w 1139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39" h="202">
                <a:moveTo>
                  <a:pt x="997" y="202"/>
                </a:moveTo>
                <a:lnTo>
                  <a:pt x="0" y="202"/>
                </a:lnTo>
                <a:lnTo>
                  <a:pt x="0" y="0"/>
                </a:lnTo>
                <a:lnTo>
                  <a:pt x="997" y="0"/>
                </a:lnTo>
                <a:lnTo>
                  <a:pt x="1139" y="100"/>
                </a:lnTo>
                <a:lnTo>
                  <a:pt x="997" y="2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A8E7BDA6-EE19-489E-837F-DA43CE550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9629" y="775494"/>
            <a:ext cx="1512888" cy="320675"/>
          </a:xfrm>
          <a:custGeom>
            <a:avLst/>
            <a:gdLst>
              <a:gd name="T0" fmla="*/ 812 w 953"/>
              <a:gd name="T1" fmla="*/ 202 h 202"/>
              <a:gd name="T2" fmla="*/ 0 w 953"/>
              <a:gd name="T3" fmla="*/ 202 h 202"/>
              <a:gd name="T4" fmla="*/ 0 w 953"/>
              <a:gd name="T5" fmla="*/ 0 h 202"/>
              <a:gd name="T6" fmla="*/ 812 w 953"/>
              <a:gd name="T7" fmla="*/ 0 h 202"/>
              <a:gd name="T8" fmla="*/ 953 w 953"/>
              <a:gd name="T9" fmla="*/ 102 h 202"/>
              <a:gd name="T10" fmla="*/ 812 w 953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3" h="202">
                <a:moveTo>
                  <a:pt x="812" y="202"/>
                </a:moveTo>
                <a:lnTo>
                  <a:pt x="0" y="202"/>
                </a:lnTo>
                <a:lnTo>
                  <a:pt x="0" y="0"/>
                </a:lnTo>
                <a:lnTo>
                  <a:pt x="812" y="0"/>
                </a:lnTo>
                <a:lnTo>
                  <a:pt x="953" y="102"/>
                </a:lnTo>
                <a:lnTo>
                  <a:pt x="812" y="20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Freeform 14">
            <a:extLst>
              <a:ext uri="{FF2B5EF4-FFF2-40B4-BE49-F238E27FC236}">
                <a16:creationId xmlns:a16="http://schemas.microsoft.com/office/drawing/2014/main" id="{33229ABD-FA41-440F-808E-40F3E6A76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9629" y="1127919"/>
            <a:ext cx="1219200" cy="322263"/>
          </a:xfrm>
          <a:custGeom>
            <a:avLst/>
            <a:gdLst>
              <a:gd name="T0" fmla="*/ 626 w 768"/>
              <a:gd name="T1" fmla="*/ 203 h 203"/>
              <a:gd name="T2" fmla="*/ 0 w 768"/>
              <a:gd name="T3" fmla="*/ 203 h 203"/>
              <a:gd name="T4" fmla="*/ 0 w 768"/>
              <a:gd name="T5" fmla="*/ 0 h 203"/>
              <a:gd name="T6" fmla="*/ 626 w 768"/>
              <a:gd name="T7" fmla="*/ 0 h 203"/>
              <a:gd name="T8" fmla="*/ 768 w 768"/>
              <a:gd name="T9" fmla="*/ 102 h 203"/>
              <a:gd name="T10" fmla="*/ 626 w 768"/>
              <a:gd name="T11" fmla="*/ 203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68" h="203">
                <a:moveTo>
                  <a:pt x="626" y="203"/>
                </a:moveTo>
                <a:lnTo>
                  <a:pt x="0" y="203"/>
                </a:lnTo>
                <a:lnTo>
                  <a:pt x="0" y="0"/>
                </a:lnTo>
                <a:lnTo>
                  <a:pt x="626" y="0"/>
                </a:lnTo>
                <a:lnTo>
                  <a:pt x="768" y="102"/>
                </a:lnTo>
                <a:lnTo>
                  <a:pt x="626" y="2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3C4EEF47-DA71-4C55-8BD7-98F4C6113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9629" y="1481932"/>
            <a:ext cx="923925" cy="320675"/>
          </a:xfrm>
          <a:custGeom>
            <a:avLst/>
            <a:gdLst>
              <a:gd name="T0" fmla="*/ 440 w 582"/>
              <a:gd name="T1" fmla="*/ 202 h 202"/>
              <a:gd name="T2" fmla="*/ 0 w 582"/>
              <a:gd name="T3" fmla="*/ 202 h 202"/>
              <a:gd name="T4" fmla="*/ 0 w 582"/>
              <a:gd name="T5" fmla="*/ 0 h 202"/>
              <a:gd name="T6" fmla="*/ 440 w 582"/>
              <a:gd name="T7" fmla="*/ 0 h 202"/>
              <a:gd name="T8" fmla="*/ 582 w 582"/>
              <a:gd name="T9" fmla="*/ 100 h 202"/>
              <a:gd name="T10" fmla="*/ 440 w 582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2" h="202">
                <a:moveTo>
                  <a:pt x="440" y="202"/>
                </a:moveTo>
                <a:lnTo>
                  <a:pt x="0" y="202"/>
                </a:lnTo>
                <a:lnTo>
                  <a:pt x="0" y="0"/>
                </a:lnTo>
                <a:lnTo>
                  <a:pt x="440" y="0"/>
                </a:lnTo>
                <a:lnTo>
                  <a:pt x="582" y="100"/>
                </a:lnTo>
                <a:lnTo>
                  <a:pt x="440" y="20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5C0B7EC9-2A8B-4DB3-BE6A-ED777101B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025651"/>
            <a:ext cx="1725613" cy="330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FF7966DF-012B-4702-AAD5-8ACCCE83E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025651"/>
            <a:ext cx="17256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0F05F3E4-CDD6-4F61-9B9C-B6FD5D29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387601"/>
            <a:ext cx="1431925" cy="33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83C7CDBB-7CCC-4200-BCC0-1F6396730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387601"/>
            <a:ext cx="1431925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DE7CCEFD-2E81-4B49-99F2-FB1F0AEF0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752726"/>
            <a:ext cx="1136650" cy="33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77C0309E-85C1-4E85-8D3A-59D74DCD6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752726"/>
            <a:ext cx="11366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812F9699-64C3-4378-8A5A-FE3E5373F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3114676"/>
            <a:ext cx="841375" cy="3286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4E89A59-6C49-4E2C-8EE2-BCE8C0DFA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3114676"/>
            <a:ext cx="84137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1" name="Rectangle 52">
            <a:extLst>
              <a:ext uri="{FF2B5EF4-FFF2-40B4-BE49-F238E27FC236}">
                <a16:creationId xmlns:a16="http://schemas.microsoft.com/office/drawing/2014/main" id="{572A09E7-3549-4659-9BB8-2C630A9FF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197101"/>
            <a:ext cx="1725613" cy="15875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2" name="Rectangle 53">
            <a:extLst>
              <a:ext uri="{FF2B5EF4-FFF2-40B4-BE49-F238E27FC236}">
                <a16:creationId xmlns:a16="http://schemas.microsoft.com/office/drawing/2014/main" id="{85F9408B-C286-465A-83B0-4D3DBCE4E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197101"/>
            <a:ext cx="1725613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3" name="Rectangle 54">
            <a:extLst>
              <a:ext uri="{FF2B5EF4-FFF2-40B4-BE49-F238E27FC236}">
                <a16:creationId xmlns:a16="http://schemas.microsoft.com/office/drawing/2014/main" id="{8FFC7352-EFEC-4677-8BDC-63E832051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559051"/>
            <a:ext cx="1431925" cy="15875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4" name="Rectangle 55">
            <a:extLst>
              <a:ext uri="{FF2B5EF4-FFF2-40B4-BE49-F238E27FC236}">
                <a16:creationId xmlns:a16="http://schemas.microsoft.com/office/drawing/2014/main" id="{4167569C-D174-46F9-A202-6D69089A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559051"/>
            <a:ext cx="1431925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5" name="Rectangle 56">
            <a:extLst>
              <a:ext uri="{FF2B5EF4-FFF2-40B4-BE49-F238E27FC236}">
                <a16:creationId xmlns:a16="http://schemas.microsoft.com/office/drawing/2014/main" id="{B4A5C2BE-CDE3-40BC-B024-90463BD96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921001"/>
            <a:ext cx="1136650" cy="161925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6" name="Rectangle 57">
            <a:extLst>
              <a:ext uri="{FF2B5EF4-FFF2-40B4-BE49-F238E27FC236}">
                <a16:creationId xmlns:a16="http://schemas.microsoft.com/office/drawing/2014/main" id="{354D4EDF-8457-43DC-82BE-7D4CE41D8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921001"/>
            <a:ext cx="11366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Rectangle 58">
            <a:extLst>
              <a:ext uri="{FF2B5EF4-FFF2-40B4-BE49-F238E27FC236}">
                <a16:creationId xmlns:a16="http://schemas.microsoft.com/office/drawing/2014/main" id="{42B62C1C-50A7-4720-9025-69E488BF0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3286126"/>
            <a:ext cx="841375" cy="157163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8" name="Rectangle 59">
            <a:extLst>
              <a:ext uri="{FF2B5EF4-FFF2-40B4-BE49-F238E27FC236}">
                <a16:creationId xmlns:a16="http://schemas.microsoft.com/office/drawing/2014/main" id="{9CC981E0-698E-4CDE-A552-CC840BEAD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3286126"/>
            <a:ext cx="841375" cy="157163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Rectangle 24">
            <a:extLst>
              <a:ext uri="{FF2B5EF4-FFF2-40B4-BE49-F238E27FC236}">
                <a16:creationId xmlns:a16="http://schemas.microsoft.com/office/drawing/2014/main" id="{3A6A6FB5-52B7-469F-848B-C8C57417C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3744913"/>
            <a:ext cx="1601788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0" name="Rectangle 41">
            <a:extLst>
              <a:ext uri="{FF2B5EF4-FFF2-40B4-BE49-F238E27FC236}">
                <a16:creationId xmlns:a16="http://schemas.microsoft.com/office/drawing/2014/main" id="{FC302865-E60F-4087-B01C-F24A6D393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4154488"/>
            <a:ext cx="1330325" cy="314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1" name="Rectangle 42">
            <a:extLst>
              <a:ext uri="{FF2B5EF4-FFF2-40B4-BE49-F238E27FC236}">
                <a16:creationId xmlns:a16="http://schemas.microsoft.com/office/drawing/2014/main" id="{0570D1AA-46C2-4153-B7FC-7B2901545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4560888"/>
            <a:ext cx="1057275" cy="314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Rectangle 43">
            <a:extLst>
              <a:ext uri="{FF2B5EF4-FFF2-40B4-BE49-F238E27FC236}">
                <a16:creationId xmlns:a16="http://schemas.microsoft.com/office/drawing/2014/main" id="{BE018430-7810-4671-9CE7-6BED3C2BD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4967288"/>
            <a:ext cx="781050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9" name="Freeform 60">
            <a:extLst>
              <a:ext uri="{FF2B5EF4-FFF2-40B4-BE49-F238E27FC236}">
                <a16:creationId xmlns:a16="http://schemas.microsoft.com/office/drawing/2014/main" id="{1F49428F-D18F-4AE5-8D62-397C484EE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74851" y="3687763"/>
            <a:ext cx="219075" cy="431800"/>
          </a:xfrm>
          <a:custGeom>
            <a:avLst/>
            <a:gdLst>
              <a:gd name="T0" fmla="*/ 138 w 138"/>
              <a:gd name="T1" fmla="*/ 136 h 272"/>
              <a:gd name="T2" fmla="*/ 0 w 138"/>
              <a:gd name="T3" fmla="*/ 272 h 272"/>
              <a:gd name="T4" fmla="*/ 0 w 138"/>
              <a:gd name="T5" fmla="*/ 0 h 272"/>
              <a:gd name="T6" fmla="*/ 138 w 138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8" h="272">
                <a:moveTo>
                  <a:pt x="138" y="136"/>
                </a:moveTo>
                <a:lnTo>
                  <a:pt x="0" y="272"/>
                </a:lnTo>
                <a:lnTo>
                  <a:pt x="0" y="0"/>
                </a:lnTo>
                <a:lnTo>
                  <a:pt x="138" y="1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8" name="Freeform 69">
            <a:extLst>
              <a:ext uri="{FF2B5EF4-FFF2-40B4-BE49-F238E27FC236}">
                <a16:creationId xmlns:a16="http://schemas.microsoft.com/office/drawing/2014/main" id="{631865E5-5C4F-4110-BF91-726C17BD1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703388" y="4094163"/>
            <a:ext cx="217488" cy="431800"/>
          </a:xfrm>
          <a:custGeom>
            <a:avLst/>
            <a:gdLst>
              <a:gd name="T0" fmla="*/ 137 w 137"/>
              <a:gd name="T1" fmla="*/ 136 h 272"/>
              <a:gd name="T2" fmla="*/ 0 w 137"/>
              <a:gd name="T3" fmla="*/ 272 h 272"/>
              <a:gd name="T4" fmla="*/ 0 w 137"/>
              <a:gd name="T5" fmla="*/ 0 h 272"/>
              <a:gd name="T6" fmla="*/ 137 w 137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7" h="272">
                <a:moveTo>
                  <a:pt x="137" y="136"/>
                </a:moveTo>
                <a:lnTo>
                  <a:pt x="0" y="272"/>
                </a:lnTo>
                <a:lnTo>
                  <a:pt x="0" y="0"/>
                </a:lnTo>
                <a:lnTo>
                  <a:pt x="137" y="1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9" name="Freeform 70">
            <a:extLst>
              <a:ext uri="{FF2B5EF4-FFF2-40B4-BE49-F238E27FC236}">
                <a16:creationId xmlns:a16="http://schemas.microsoft.com/office/drawing/2014/main" id="{005E8C73-087A-469A-B59A-F3A304F3A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427163" y="4503738"/>
            <a:ext cx="219075" cy="428625"/>
          </a:xfrm>
          <a:custGeom>
            <a:avLst/>
            <a:gdLst>
              <a:gd name="T0" fmla="*/ 138 w 138"/>
              <a:gd name="T1" fmla="*/ 136 h 270"/>
              <a:gd name="T2" fmla="*/ 0 w 138"/>
              <a:gd name="T3" fmla="*/ 270 h 270"/>
              <a:gd name="T4" fmla="*/ 0 w 138"/>
              <a:gd name="T5" fmla="*/ 0 h 270"/>
              <a:gd name="T6" fmla="*/ 138 w 138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8" h="270">
                <a:moveTo>
                  <a:pt x="138" y="136"/>
                </a:moveTo>
                <a:lnTo>
                  <a:pt x="0" y="270"/>
                </a:lnTo>
                <a:lnTo>
                  <a:pt x="0" y="0"/>
                </a:lnTo>
                <a:lnTo>
                  <a:pt x="138" y="13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0" name="Freeform 71">
            <a:extLst>
              <a:ext uri="{FF2B5EF4-FFF2-40B4-BE49-F238E27FC236}">
                <a16:creationId xmlns:a16="http://schemas.microsoft.com/office/drawing/2014/main" id="{D48D5C06-8484-4486-B6F0-3B17A8600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154113" y="4910138"/>
            <a:ext cx="219075" cy="431800"/>
          </a:xfrm>
          <a:custGeom>
            <a:avLst/>
            <a:gdLst>
              <a:gd name="T0" fmla="*/ 138 w 138"/>
              <a:gd name="T1" fmla="*/ 136 h 272"/>
              <a:gd name="T2" fmla="*/ 0 w 138"/>
              <a:gd name="T3" fmla="*/ 272 h 272"/>
              <a:gd name="T4" fmla="*/ 0 w 138"/>
              <a:gd name="T5" fmla="*/ 0 h 272"/>
              <a:gd name="T6" fmla="*/ 138 w 138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8" h="272">
                <a:moveTo>
                  <a:pt x="138" y="136"/>
                </a:moveTo>
                <a:lnTo>
                  <a:pt x="0" y="272"/>
                </a:lnTo>
                <a:lnTo>
                  <a:pt x="0" y="0"/>
                </a:lnTo>
                <a:lnTo>
                  <a:pt x="138" y="13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91066349-F537-4ED3-A8C0-9D2815E45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584826"/>
            <a:ext cx="1789113" cy="187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2C5E7C3E-9CEA-4800-97D1-5E895D1E6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842001"/>
            <a:ext cx="1789113" cy="187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AF535E5C-FDEF-40A7-AC1F-EF767FD08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099176"/>
            <a:ext cx="1789113" cy="187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F84BAD04-5601-4A10-BB01-697A4469F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356351"/>
            <a:ext cx="1789113" cy="187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1B758C20-EDB9-4E19-9CDD-EB83EC668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584826"/>
            <a:ext cx="1416050" cy="187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Rectangle 30">
            <a:extLst>
              <a:ext uri="{FF2B5EF4-FFF2-40B4-BE49-F238E27FC236}">
                <a16:creationId xmlns:a16="http://schemas.microsoft.com/office/drawing/2014/main" id="{1EEE2F95-341A-473E-8B19-0F0C104F6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842001"/>
            <a:ext cx="1152525" cy="187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243AEC6-FB33-4D7D-AF07-E0A7CD052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099176"/>
            <a:ext cx="1674813" cy="187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Rectangle 32">
            <a:extLst>
              <a:ext uri="{FF2B5EF4-FFF2-40B4-BE49-F238E27FC236}">
                <a16:creationId xmlns:a16="http://schemas.microsoft.com/office/drawing/2014/main" id="{DB7258D9-5194-4C19-963C-C566EBD81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356351"/>
            <a:ext cx="974725" cy="187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2" name="Rectangle 33">
            <a:extLst>
              <a:ext uri="{FF2B5EF4-FFF2-40B4-BE49-F238E27FC236}">
                <a16:creationId xmlns:a16="http://schemas.microsoft.com/office/drawing/2014/main" id="{E9A6605D-E6BE-4547-8DEB-1A3AC4E01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584826"/>
            <a:ext cx="863600" cy="187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Rectangle 34">
            <a:extLst>
              <a:ext uri="{FF2B5EF4-FFF2-40B4-BE49-F238E27FC236}">
                <a16:creationId xmlns:a16="http://schemas.microsoft.com/office/drawing/2014/main" id="{A1D597D1-758E-4E0B-BC36-D5203DE50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842001"/>
            <a:ext cx="428625" cy="187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4" name="Rectangle 35">
            <a:extLst>
              <a:ext uri="{FF2B5EF4-FFF2-40B4-BE49-F238E27FC236}">
                <a16:creationId xmlns:a16="http://schemas.microsoft.com/office/drawing/2014/main" id="{E192EE70-B4B5-4A13-A8DB-D57D0165B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099176"/>
            <a:ext cx="720725" cy="187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Rectangle 36">
            <a:extLst>
              <a:ext uri="{FF2B5EF4-FFF2-40B4-BE49-F238E27FC236}">
                <a16:creationId xmlns:a16="http://schemas.microsoft.com/office/drawing/2014/main" id="{11655987-24B0-4231-A6AC-6B33CD315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356351"/>
            <a:ext cx="552450" cy="187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6" name="Rectangle 37">
            <a:extLst>
              <a:ext uri="{FF2B5EF4-FFF2-40B4-BE49-F238E27FC236}">
                <a16:creationId xmlns:a16="http://schemas.microsoft.com/office/drawing/2014/main" id="{9EDE7ED6-A8AE-4E9E-802C-EFC175BE7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584826"/>
            <a:ext cx="317500" cy="187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Rectangle 38">
            <a:extLst>
              <a:ext uri="{FF2B5EF4-FFF2-40B4-BE49-F238E27FC236}">
                <a16:creationId xmlns:a16="http://schemas.microsoft.com/office/drawing/2014/main" id="{CD8753F9-08C7-4159-8BA0-5CAB26BC8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842001"/>
            <a:ext cx="158750" cy="187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8" name="Rectangle 39">
            <a:extLst>
              <a:ext uri="{FF2B5EF4-FFF2-40B4-BE49-F238E27FC236}">
                <a16:creationId xmlns:a16="http://schemas.microsoft.com/office/drawing/2014/main" id="{959E10AF-CA92-404C-B72B-A40B20EF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099176"/>
            <a:ext cx="263525" cy="187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9" name="Rectangle 40">
            <a:extLst>
              <a:ext uri="{FF2B5EF4-FFF2-40B4-BE49-F238E27FC236}">
                <a16:creationId xmlns:a16="http://schemas.microsoft.com/office/drawing/2014/main" id="{946B5852-50AF-4EF9-B3C9-A5A731F8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356351"/>
            <a:ext cx="203200" cy="187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1" name="Rectangle 72">
            <a:extLst>
              <a:ext uri="{FF2B5EF4-FFF2-40B4-BE49-F238E27FC236}">
                <a16:creationId xmlns:a16="http://schemas.microsoft.com/office/drawing/2014/main" id="{8AC60417-B7B6-40B7-9227-D62D56517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9588" y="558482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2" name="Freeform 73">
            <a:extLst>
              <a:ext uri="{FF2B5EF4-FFF2-40B4-BE49-F238E27FC236}">
                <a16:creationId xmlns:a16="http://schemas.microsoft.com/office/drawing/2014/main" id="{E1B09BDB-5DC3-44FC-ABDE-A770F2223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779588" y="558482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3" name="Rectangle 74">
            <a:extLst>
              <a:ext uri="{FF2B5EF4-FFF2-40B4-BE49-F238E27FC236}">
                <a16:creationId xmlns:a16="http://schemas.microsoft.com/office/drawing/2014/main" id="{FE0B7265-27F9-4942-9B3B-4727B8DB1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84200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4" name="Freeform 75">
            <a:extLst>
              <a:ext uri="{FF2B5EF4-FFF2-40B4-BE49-F238E27FC236}">
                <a16:creationId xmlns:a16="http://schemas.microsoft.com/office/drawing/2014/main" id="{F2C89C5A-4980-4002-A055-62CDD07B9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516063" y="584200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5" name="Rectangle 76">
            <a:extLst>
              <a:ext uri="{FF2B5EF4-FFF2-40B4-BE49-F238E27FC236}">
                <a16:creationId xmlns:a16="http://schemas.microsoft.com/office/drawing/2014/main" id="{7ACE834F-A760-4DB6-91B6-129EF38D7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1" y="609917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6" name="Freeform 77">
            <a:extLst>
              <a:ext uri="{FF2B5EF4-FFF2-40B4-BE49-F238E27FC236}">
                <a16:creationId xmlns:a16="http://schemas.microsoft.com/office/drawing/2014/main" id="{35086A21-7515-425D-9F83-9C1C618AB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038351" y="609917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7" name="Rectangle 78">
            <a:extLst>
              <a:ext uri="{FF2B5EF4-FFF2-40B4-BE49-F238E27FC236}">
                <a16:creationId xmlns:a16="http://schemas.microsoft.com/office/drawing/2014/main" id="{815E4ED1-42B9-4145-8404-BF9DD3C30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263" y="635635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8" name="Freeform 79">
            <a:extLst>
              <a:ext uri="{FF2B5EF4-FFF2-40B4-BE49-F238E27FC236}">
                <a16:creationId xmlns:a16="http://schemas.microsoft.com/office/drawing/2014/main" id="{0A5DB83D-A7EC-43BA-BE5F-D152BCCEA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38263" y="635635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9" name="Rectangle 80">
            <a:extLst>
              <a:ext uri="{FF2B5EF4-FFF2-40B4-BE49-F238E27FC236}">
                <a16:creationId xmlns:a16="http://schemas.microsoft.com/office/drawing/2014/main" id="{BD57A3B7-B826-47E9-A1E8-AED51410C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138" y="558482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0" name="Freeform 81">
            <a:extLst>
              <a:ext uri="{FF2B5EF4-FFF2-40B4-BE49-F238E27FC236}">
                <a16:creationId xmlns:a16="http://schemas.microsoft.com/office/drawing/2014/main" id="{5327C962-65E2-4875-AF3A-F054E1CD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227138" y="558482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1" name="Rectangle 82">
            <a:extLst>
              <a:ext uri="{FF2B5EF4-FFF2-40B4-BE49-F238E27FC236}">
                <a16:creationId xmlns:a16="http://schemas.microsoft.com/office/drawing/2014/main" id="{F82ACE5F-AD30-4F43-9CA1-847AABB39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584200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2" name="Freeform 83">
            <a:extLst>
              <a:ext uri="{FF2B5EF4-FFF2-40B4-BE49-F238E27FC236}">
                <a16:creationId xmlns:a16="http://schemas.microsoft.com/office/drawing/2014/main" id="{C5D70164-C056-49F7-89BA-C2DE06FF1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792163" y="584200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3" name="Rectangle 84">
            <a:extLst>
              <a:ext uri="{FF2B5EF4-FFF2-40B4-BE49-F238E27FC236}">
                <a16:creationId xmlns:a16="http://schemas.microsoft.com/office/drawing/2014/main" id="{55596595-6E93-41F6-BC99-A8EC09FB0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263" y="609917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4" name="Freeform 85">
            <a:extLst>
              <a:ext uri="{FF2B5EF4-FFF2-40B4-BE49-F238E27FC236}">
                <a16:creationId xmlns:a16="http://schemas.microsoft.com/office/drawing/2014/main" id="{AEBDD2C1-69D5-468E-B147-199BDB355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084263" y="609917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5" name="Rectangle 86">
            <a:extLst>
              <a:ext uri="{FF2B5EF4-FFF2-40B4-BE49-F238E27FC236}">
                <a16:creationId xmlns:a16="http://schemas.microsoft.com/office/drawing/2014/main" id="{A7AD9CC5-60F5-45DE-B14D-E608B8A11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635635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6" name="Freeform 87">
            <a:extLst>
              <a:ext uri="{FF2B5EF4-FFF2-40B4-BE49-F238E27FC236}">
                <a16:creationId xmlns:a16="http://schemas.microsoft.com/office/drawing/2014/main" id="{043A9D04-9333-43B7-92C7-95954381F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915988" y="635635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7" name="Rectangle 88">
            <a:extLst>
              <a:ext uri="{FF2B5EF4-FFF2-40B4-BE49-F238E27FC236}">
                <a16:creationId xmlns:a16="http://schemas.microsoft.com/office/drawing/2014/main" id="{8D4167B8-3C38-4FC4-BE3F-B84FEE788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8" y="558482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8" name="Freeform 89">
            <a:extLst>
              <a:ext uri="{FF2B5EF4-FFF2-40B4-BE49-F238E27FC236}">
                <a16:creationId xmlns:a16="http://schemas.microsoft.com/office/drawing/2014/main" id="{6A9E7282-4B89-46C7-A5D8-AB8FD5184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81038" y="558482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3" name="Rectangle 94">
            <a:extLst>
              <a:ext uri="{FF2B5EF4-FFF2-40B4-BE49-F238E27FC236}">
                <a16:creationId xmlns:a16="http://schemas.microsoft.com/office/drawing/2014/main" id="{B48DA98B-7ED9-4D1E-A82A-0DEBD91B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584200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4" name="Freeform 95">
            <a:extLst>
              <a:ext uri="{FF2B5EF4-FFF2-40B4-BE49-F238E27FC236}">
                <a16:creationId xmlns:a16="http://schemas.microsoft.com/office/drawing/2014/main" id="{6EA20030-225B-4E15-A67A-835BBC718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2288" y="584200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5" name="Rectangle 96">
            <a:extLst>
              <a:ext uri="{FF2B5EF4-FFF2-40B4-BE49-F238E27FC236}">
                <a16:creationId xmlns:a16="http://schemas.microsoft.com/office/drawing/2014/main" id="{86332AF8-C610-450A-AC53-E84EA3845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609917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6" name="Freeform 97">
            <a:extLst>
              <a:ext uri="{FF2B5EF4-FFF2-40B4-BE49-F238E27FC236}">
                <a16:creationId xmlns:a16="http://schemas.microsoft.com/office/drawing/2014/main" id="{63322761-C05B-4681-B7E2-CB7D5DE0D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27063" y="609917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7" name="Rectangle 98">
            <a:extLst>
              <a:ext uri="{FF2B5EF4-FFF2-40B4-BE49-F238E27FC236}">
                <a16:creationId xmlns:a16="http://schemas.microsoft.com/office/drawing/2014/main" id="{CCC621BA-C467-4E8A-BD85-ED1B82516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35635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8" name="Freeform 99">
            <a:extLst>
              <a:ext uri="{FF2B5EF4-FFF2-40B4-BE49-F238E27FC236}">
                <a16:creationId xmlns:a16="http://schemas.microsoft.com/office/drawing/2014/main" id="{00A93734-531C-4BD7-835B-54A21C1B9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6738" y="635635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Freeform 238">
            <a:extLst>
              <a:ext uri="{FF2B5EF4-FFF2-40B4-BE49-F238E27FC236}">
                <a16:creationId xmlns:a16="http://schemas.microsoft.com/office/drawing/2014/main" id="{3FFB5158-46AD-4EEE-AA38-F8E6FD1A0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8488363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Freeform 234">
            <a:extLst>
              <a:ext uri="{FF2B5EF4-FFF2-40B4-BE49-F238E27FC236}">
                <a16:creationId xmlns:a16="http://schemas.microsoft.com/office/drawing/2014/main" id="{19B51087-2B40-4F63-93F6-2B690195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8488363"/>
            <a:ext cx="504825" cy="320675"/>
          </a:xfrm>
          <a:custGeom>
            <a:avLst/>
            <a:gdLst>
              <a:gd name="T0" fmla="*/ 318 w 318"/>
              <a:gd name="T1" fmla="*/ 0 h 202"/>
              <a:gd name="T2" fmla="*/ 0 w 318"/>
              <a:gd name="T3" fmla="*/ 0 h 202"/>
              <a:gd name="T4" fmla="*/ 92 w 318"/>
              <a:gd name="T5" fmla="*/ 100 h 202"/>
              <a:gd name="T6" fmla="*/ 0 w 318"/>
              <a:gd name="T7" fmla="*/ 202 h 202"/>
              <a:gd name="T8" fmla="*/ 318 w 318"/>
              <a:gd name="T9" fmla="*/ 202 h 202"/>
              <a:gd name="T10" fmla="*/ 318 w 318"/>
              <a:gd name="T1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318" y="0"/>
                </a:move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lnTo>
                  <a:pt x="318" y="202"/>
                </a:lnTo>
                <a:lnTo>
                  <a:pt x="31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8D254E3-599E-4343-BCB6-F50811BD1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6972301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99866E6-38C2-47BA-ACC2-8747C169C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6972301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11BC43F-8B8C-42FA-B1D1-9816C25F8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6972301"/>
            <a:ext cx="504825" cy="320675"/>
          </a:xfrm>
          <a:custGeom>
            <a:avLst/>
            <a:gdLst>
              <a:gd name="T0" fmla="*/ 318 w 318"/>
              <a:gd name="T1" fmla="*/ 0 h 202"/>
              <a:gd name="T2" fmla="*/ 0 w 318"/>
              <a:gd name="T3" fmla="*/ 0 h 202"/>
              <a:gd name="T4" fmla="*/ 92 w 318"/>
              <a:gd name="T5" fmla="*/ 100 h 202"/>
              <a:gd name="T6" fmla="*/ 0 w 318"/>
              <a:gd name="T7" fmla="*/ 202 h 202"/>
              <a:gd name="T8" fmla="*/ 318 w 318"/>
              <a:gd name="T9" fmla="*/ 202 h 202"/>
              <a:gd name="T10" fmla="*/ 318 w 318"/>
              <a:gd name="T1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318" y="0"/>
                </a:move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lnTo>
                  <a:pt x="318" y="202"/>
                </a:lnTo>
                <a:lnTo>
                  <a:pt x="31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Freeform 226">
            <a:extLst>
              <a:ext uri="{FF2B5EF4-FFF2-40B4-BE49-F238E27FC236}">
                <a16:creationId xmlns:a16="http://schemas.microsoft.com/office/drawing/2014/main" id="{AC8DFF3E-079D-439D-BD01-0B931D168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477126"/>
            <a:ext cx="504825" cy="319088"/>
          </a:xfrm>
          <a:custGeom>
            <a:avLst/>
            <a:gdLst>
              <a:gd name="T0" fmla="*/ 0 w 318"/>
              <a:gd name="T1" fmla="*/ 201 h 201"/>
              <a:gd name="T2" fmla="*/ 318 w 318"/>
              <a:gd name="T3" fmla="*/ 201 h 201"/>
              <a:gd name="T4" fmla="*/ 318 w 318"/>
              <a:gd name="T5" fmla="*/ 0 h 201"/>
              <a:gd name="T6" fmla="*/ 0 w 318"/>
              <a:gd name="T7" fmla="*/ 0 h 201"/>
              <a:gd name="T8" fmla="*/ 92 w 318"/>
              <a:gd name="T9" fmla="*/ 101 h 201"/>
              <a:gd name="T10" fmla="*/ 0 w 318"/>
              <a:gd name="T11" fmla="*/ 201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1">
                <a:moveTo>
                  <a:pt x="0" y="201"/>
                </a:moveTo>
                <a:lnTo>
                  <a:pt x="318" y="201"/>
                </a:lnTo>
                <a:lnTo>
                  <a:pt x="318" y="0"/>
                </a:lnTo>
                <a:lnTo>
                  <a:pt x="0" y="0"/>
                </a:lnTo>
                <a:lnTo>
                  <a:pt x="92" y="101"/>
                </a:lnTo>
                <a:lnTo>
                  <a:pt x="0" y="2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6" name="Freeform 227">
            <a:extLst>
              <a:ext uri="{FF2B5EF4-FFF2-40B4-BE49-F238E27FC236}">
                <a16:creationId xmlns:a16="http://schemas.microsoft.com/office/drawing/2014/main" id="{E5B47973-A87F-4C02-B751-5DEF7C07E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477126"/>
            <a:ext cx="504825" cy="319088"/>
          </a:xfrm>
          <a:custGeom>
            <a:avLst/>
            <a:gdLst>
              <a:gd name="T0" fmla="*/ 0 w 318"/>
              <a:gd name="T1" fmla="*/ 201 h 201"/>
              <a:gd name="T2" fmla="*/ 318 w 318"/>
              <a:gd name="T3" fmla="*/ 201 h 201"/>
              <a:gd name="T4" fmla="*/ 318 w 318"/>
              <a:gd name="T5" fmla="*/ 0 h 201"/>
              <a:gd name="T6" fmla="*/ 0 w 318"/>
              <a:gd name="T7" fmla="*/ 0 h 201"/>
              <a:gd name="T8" fmla="*/ 92 w 318"/>
              <a:gd name="T9" fmla="*/ 101 h 201"/>
              <a:gd name="T10" fmla="*/ 0 w 318"/>
              <a:gd name="T11" fmla="*/ 201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1">
                <a:moveTo>
                  <a:pt x="0" y="201"/>
                </a:moveTo>
                <a:lnTo>
                  <a:pt x="318" y="201"/>
                </a:lnTo>
                <a:lnTo>
                  <a:pt x="318" y="0"/>
                </a:lnTo>
                <a:lnTo>
                  <a:pt x="0" y="0"/>
                </a:lnTo>
                <a:lnTo>
                  <a:pt x="92" y="101"/>
                </a:lnTo>
                <a:lnTo>
                  <a:pt x="0" y="20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7" name="Freeform 229">
            <a:extLst>
              <a:ext uri="{FF2B5EF4-FFF2-40B4-BE49-F238E27FC236}">
                <a16:creationId xmlns:a16="http://schemas.microsoft.com/office/drawing/2014/main" id="{F3F65EF1-A85F-41C7-9F35-21D5C2FE3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477126"/>
            <a:ext cx="504825" cy="319088"/>
          </a:xfrm>
          <a:custGeom>
            <a:avLst/>
            <a:gdLst>
              <a:gd name="T0" fmla="*/ 318 w 318"/>
              <a:gd name="T1" fmla="*/ 0 h 201"/>
              <a:gd name="T2" fmla="*/ 0 w 318"/>
              <a:gd name="T3" fmla="*/ 0 h 201"/>
              <a:gd name="T4" fmla="*/ 92 w 318"/>
              <a:gd name="T5" fmla="*/ 101 h 201"/>
              <a:gd name="T6" fmla="*/ 0 w 318"/>
              <a:gd name="T7" fmla="*/ 201 h 201"/>
              <a:gd name="T8" fmla="*/ 318 w 318"/>
              <a:gd name="T9" fmla="*/ 201 h 201"/>
              <a:gd name="T10" fmla="*/ 318 w 318"/>
              <a:gd name="T11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1">
                <a:moveTo>
                  <a:pt x="318" y="0"/>
                </a:moveTo>
                <a:lnTo>
                  <a:pt x="0" y="0"/>
                </a:lnTo>
                <a:lnTo>
                  <a:pt x="92" y="101"/>
                </a:lnTo>
                <a:lnTo>
                  <a:pt x="0" y="201"/>
                </a:lnTo>
                <a:lnTo>
                  <a:pt x="318" y="201"/>
                </a:lnTo>
                <a:lnTo>
                  <a:pt x="31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8" name="Freeform 232">
            <a:extLst>
              <a:ext uri="{FF2B5EF4-FFF2-40B4-BE49-F238E27FC236}">
                <a16:creationId xmlns:a16="http://schemas.microsoft.com/office/drawing/2014/main" id="{8DC3FA87-A856-4D06-90FC-508D40961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983538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9" name="Freeform 233">
            <a:extLst>
              <a:ext uri="{FF2B5EF4-FFF2-40B4-BE49-F238E27FC236}">
                <a16:creationId xmlns:a16="http://schemas.microsoft.com/office/drawing/2014/main" id="{F6D3DFE4-A879-4E8D-9509-D92FE4FA8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983538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0" name="Freeform 235">
            <a:extLst>
              <a:ext uri="{FF2B5EF4-FFF2-40B4-BE49-F238E27FC236}">
                <a16:creationId xmlns:a16="http://schemas.microsoft.com/office/drawing/2014/main" id="{9BAC0E6D-F564-4B57-9658-FF7CD3D3D1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983538"/>
            <a:ext cx="504825" cy="320675"/>
          </a:xfrm>
          <a:custGeom>
            <a:avLst/>
            <a:gdLst>
              <a:gd name="T0" fmla="*/ 318 w 318"/>
              <a:gd name="T1" fmla="*/ 0 h 202"/>
              <a:gd name="T2" fmla="*/ 0 w 318"/>
              <a:gd name="T3" fmla="*/ 0 h 202"/>
              <a:gd name="T4" fmla="*/ 92 w 318"/>
              <a:gd name="T5" fmla="*/ 100 h 202"/>
              <a:gd name="T6" fmla="*/ 0 w 318"/>
              <a:gd name="T7" fmla="*/ 202 h 202"/>
              <a:gd name="T8" fmla="*/ 318 w 318"/>
              <a:gd name="T9" fmla="*/ 202 h 202"/>
              <a:gd name="T10" fmla="*/ 318 w 318"/>
              <a:gd name="T1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318" y="0"/>
                </a:move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lnTo>
                  <a:pt x="318" y="202"/>
                </a:lnTo>
                <a:lnTo>
                  <a:pt x="31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1" name="Freeform 239">
            <a:extLst>
              <a:ext uri="{FF2B5EF4-FFF2-40B4-BE49-F238E27FC236}">
                <a16:creationId xmlns:a16="http://schemas.microsoft.com/office/drawing/2014/main" id="{B745F0F1-4103-45A2-82D3-0E692C2D1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8488363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2" name="Freeform 241">
            <a:extLst>
              <a:ext uri="{FF2B5EF4-FFF2-40B4-BE49-F238E27FC236}">
                <a16:creationId xmlns:a16="http://schemas.microsoft.com/office/drawing/2014/main" id="{CFA96038-4092-486F-802C-33C7234BA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/>
        </p:nvSpPr>
        <p:spPr bwMode="auto">
          <a:xfrm>
            <a:off x="350838" y="8475663"/>
            <a:ext cx="504825" cy="320675"/>
          </a:xfrm>
          <a:custGeom>
            <a:avLst/>
            <a:gdLst>
              <a:gd name="T0" fmla="*/ 88 w 318"/>
              <a:gd name="T1" fmla="*/ 104 h 202"/>
              <a:gd name="T2" fmla="*/ 0 w 318"/>
              <a:gd name="T3" fmla="*/ 202 h 202"/>
              <a:gd name="T4" fmla="*/ 8 w 318"/>
              <a:gd name="T5" fmla="*/ 202 h 202"/>
              <a:gd name="T6" fmla="*/ 92 w 318"/>
              <a:gd name="T7" fmla="*/ 108 h 202"/>
              <a:gd name="T8" fmla="*/ 88 w 318"/>
              <a:gd name="T9" fmla="*/ 104 h 202"/>
              <a:gd name="T10" fmla="*/ 318 w 318"/>
              <a:gd name="T11" fmla="*/ 0 h 202"/>
              <a:gd name="T12" fmla="*/ 0 w 318"/>
              <a:gd name="T13" fmla="*/ 0 h 202"/>
              <a:gd name="T14" fmla="*/ 8 w 318"/>
              <a:gd name="T15" fmla="*/ 8 h 202"/>
              <a:gd name="T16" fmla="*/ 318 w 318"/>
              <a:gd name="T17" fmla="*/ 8 h 202"/>
              <a:gd name="T18" fmla="*/ 318 w 318"/>
              <a:gd name="T19" fmla="*/ 202 h 202"/>
              <a:gd name="T20" fmla="*/ 318 w 318"/>
              <a:gd name="T2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18" h="202">
                <a:moveTo>
                  <a:pt x="88" y="104"/>
                </a:moveTo>
                <a:lnTo>
                  <a:pt x="0" y="202"/>
                </a:lnTo>
                <a:lnTo>
                  <a:pt x="8" y="202"/>
                </a:lnTo>
                <a:lnTo>
                  <a:pt x="92" y="108"/>
                </a:lnTo>
                <a:lnTo>
                  <a:pt x="88" y="104"/>
                </a:lnTo>
                <a:moveTo>
                  <a:pt x="318" y="0"/>
                </a:moveTo>
                <a:lnTo>
                  <a:pt x="0" y="0"/>
                </a:lnTo>
                <a:lnTo>
                  <a:pt x="8" y="8"/>
                </a:lnTo>
                <a:lnTo>
                  <a:pt x="318" y="8"/>
                </a:lnTo>
                <a:lnTo>
                  <a:pt x="318" y="202"/>
                </a:lnTo>
                <a:lnTo>
                  <a:pt x="31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3" name="Freeform 243">
            <a:extLst>
              <a:ext uri="{FF2B5EF4-FFF2-40B4-BE49-F238E27FC236}">
                <a16:creationId xmlns:a16="http://schemas.microsoft.com/office/drawing/2014/main" id="{BFD6A575-3E57-47D6-86C6-01F67ADA4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63538" y="8488363"/>
            <a:ext cx="492125" cy="307975"/>
          </a:xfrm>
          <a:custGeom>
            <a:avLst/>
            <a:gdLst>
              <a:gd name="T0" fmla="*/ 310 w 310"/>
              <a:gd name="T1" fmla="*/ 0 h 194"/>
              <a:gd name="T2" fmla="*/ 0 w 310"/>
              <a:gd name="T3" fmla="*/ 0 h 194"/>
              <a:gd name="T4" fmla="*/ 84 w 310"/>
              <a:gd name="T5" fmla="*/ 92 h 194"/>
              <a:gd name="T6" fmla="*/ 80 w 310"/>
              <a:gd name="T7" fmla="*/ 96 h 194"/>
              <a:gd name="T8" fmla="*/ 84 w 310"/>
              <a:gd name="T9" fmla="*/ 100 h 194"/>
              <a:gd name="T10" fmla="*/ 0 w 310"/>
              <a:gd name="T11" fmla="*/ 194 h 194"/>
              <a:gd name="T12" fmla="*/ 310 w 310"/>
              <a:gd name="T13" fmla="*/ 194 h 194"/>
              <a:gd name="T14" fmla="*/ 310 w 310"/>
              <a:gd name="T15" fmla="*/ 0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10" h="194">
                <a:moveTo>
                  <a:pt x="310" y="0"/>
                </a:moveTo>
                <a:lnTo>
                  <a:pt x="0" y="0"/>
                </a:lnTo>
                <a:lnTo>
                  <a:pt x="84" y="92"/>
                </a:lnTo>
                <a:lnTo>
                  <a:pt x="80" y="96"/>
                </a:lnTo>
                <a:lnTo>
                  <a:pt x="84" y="100"/>
                </a:lnTo>
                <a:lnTo>
                  <a:pt x="0" y="194"/>
                </a:lnTo>
                <a:lnTo>
                  <a:pt x="310" y="194"/>
                </a:lnTo>
                <a:lnTo>
                  <a:pt x="31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8" name="Freeform 9">
            <a:extLst>
              <a:ext uri="{FF2B5EF4-FFF2-40B4-BE49-F238E27FC236}">
                <a16:creationId xmlns:a16="http://schemas.microsoft.com/office/drawing/2014/main" id="{80E4A494-EF8F-495D-BCB9-2DDA444B4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6972301"/>
            <a:ext cx="504825" cy="320675"/>
          </a:xfrm>
          <a:custGeom>
            <a:avLst/>
            <a:gdLst>
              <a:gd name="T0" fmla="*/ 318 w 318"/>
              <a:gd name="T1" fmla="*/ 0 h 202"/>
              <a:gd name="T2" fmla="*/ 0 w 318"/>
              <a:gd name="T3" fmla="*/ 0 h 202"/>
              <a:gd name="T4" fmla="*/ 92 w 318"/>
              <a:gd name="T5" fmla="*/ 100 h 202"/>
              <a:gd name="T6" fmla="*/ 0 w 318"/>
              <a:gd name="T7" fmla="*/ 202 h 202"/>
              <a:gd name="T8" fmla="*/ 318 w 318"/>
              <a:gd name="T9" fmla="*/ 202 h 202"/>
              <a:gd name="T10" fmla="*/ 318 w 318"/>
              <a:gd name="T1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318" y="0"/>
                </a:move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lnTo>
                  <a:pt x="318" y="202"/>
                </a:lnTo>
                <a:lnTo>
                  <a:pt x="31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9" name="Freeform 11">
            <a:extLst>
              <a:ext uri="{FF2B5EF4-FFF2-40B4-BE49-F238E27FC236}">
                <a16:creationId xmlns:a16="http://schemas.microsoft.com/office/drawing/2014/main" id="{12F657E6-02E8-40BF-A805-C8C424EFF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6816726"/>
            <a:ext cx="193675" cy="476250"/>
          </a:xfrm>
          <a:custGeom>
            <a:avLst/>
            <a:gdLst>
              <a:gd name="T0" fmla="*/ 122 w 122"/>
              <a:gd name="T1" fmla="*/ 98 h 300"/>
              <a:gd name="T2" fmla="*/ 122 w 122"/>
              <a:gd name="T3" fmla="*/ 300 h 300"/>
              <a:gd name="T4" fmla="*/ 0 w 122"/>
              <a:gd name="T5" fmla="*/ 202 h 300"/>
              <a:gd name="T6" fmla="*/ 0 w 122"/>
              <a:gd name="T7" fmla="*/ 0 h 300"/>
              <a:gd name="T8" fmla="*/ 122 w 122"/>
              <a:gd name="T9" fmla="*/ 98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" h="300">
                <a:moveTo>
                  <a:pt x="122" y="98"/>
                </a:moveTo>
                <a:lnTo>
                  <a:pt x="122" y="300"/>
                </a:lnTo>
                <a:lnTo>
                  <a:pt x="0" y="202"/>
                </a:lnTo>
                <a:lnTo>
                  <a:pt x="0" y="0"/>
                </a:lnTo>
                <a:lnTo>
                  <a:pt x="122" y="9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0" name="Freeform 225">
            <a:extLst>
              <a:ext uri="{FF2B5EF4-FFF2-40B4-BE49-F238E27FC236}">
                <a16:creationId xmlns:a16="http://schemas.microsoft.com/office/drawing/2014/main" id="{A2EBC78A-7965-4A4D-8A5C-589AEAEED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6816726"/>
            <a:ext cx="1531938" cy="320675"/>
          </a:xfrm>
          <a:custGeom>
            <a:avLst/>
            <a:gdLst>
              <a:gd name="T0" fmla="*/ 965 w 965"/>
              <a:gd name="T1" fmla="*/ 202 h 202"/>
              <a:gd name="T2" fmla="*/ 0 w 965"/>
              <a:gd name="T3" fmla="*/ 202 h 202"/>
              <a:gd name="T4" fmla="*/ 0 w 965"/>
              <a:gd name="T5" fmla="*/ 0 h 202"/>
              <a:gd name="T6" fmla="*/ 965 w 965"/>
              <a:gd name="T7" fmla="*/ 0 h 202"/>
              <a:gd name="T8" fmla="*/ 875 w 965"/>
              <a:gd name="T9" fmla="*/ 102 h 202"/>
              <a:gd name="T10" fmla="*/ 965 w 965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5" h="202">
                <a:moveTo>
                  <a:pt x="965" y="202"/>
                </a:moveTo>
                <a:lnTo>
                  <a:pt x="0" y="202"/>
                </a:lnTo>
                <a:lnTo>
                  <a:pt x="0" y="0"/>
                </a:lnTo>
                <a:lnTo>
                  <a:pt x="965" y="0"/>
                </a:lnTo>
                <a:lnTo>
                  <a:pt x="875" y="102"/>
                </a:lnTo>
                <a:lnTo>
                  <a:pt x="965" y="2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2" name="Freeform 228">
            <a:extLst>
              <a:ext uri="{FF2B5EF4-FFF2-40B4-BE49-F238E27FC236}">
                <a16:creationId xmlns:a16="http://schemas.microsoft.com/office/drawing/2014/main" id="{9CAC1EB1-7CF1-487D-8B5A-BDF5388B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477126"/>
            <a:ext cx="504825" cy="319088"/>
          </a:xfrm>
          <a:custGeom>
            <a:avLst/>
            <a:gdLst>
              <a:gd name="T0" fmla="*/ 318 w 318"/>
              <a:gd name="T1" fmla="*/ 0 h 201"/>
              <a:gd name="T2" fmla="*/ 0 w 318"/>
              <a:gd name="T3" fmla="*/ 0 h 201"/>
              <a:gd name="T4" fmla="*/ 92 w 318"/>
              <a:gd name="T5" fmla="*/ 101 h 201"/>
              <a:gd name="T6" fmla="*/ 0 w 318"/>
              <a:gd name="T7" fmla="*/ 201 h 201"/>
              <a:gd name="T8" fmla="*/ 318 w 318"/>
              <a:gd name="T9" fmla="*/ 201 h 201"/>
              <a:gd name="T10" fmla="*/ 318 w 318"/>
              <a:gd name="T11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1">
                <a:moveTo>
                  <a:pt x="318" y="0"/>
                </a:moveTo>
                <a:lnTo>
                  <a:pt x="0" y="0"/>
                </a:lnTo>
                <a:lnTo>
                  <a:pt x="92" y="101"/>
                </a:lnTo>
                <a:lnTo>
                  <a:pt x="0" y="201"/>
                </a:lnTo>
                <a:lnTo>
                  <a:pt x="318" y="201"/>
                </a:lnTo>
                <a:lnTo>
                  <a:pt x="31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3" name="Freeform 230">
            <a:extLst>
              <a:ext uri="{FF2B5EF4-FFF2-40B4-BE49-F238E27FC236}">
                <a16:creationId xmlns:a16="http://schemas.microsoft.com/office/drawing/2014/main" id="{C6B88C03-87A2-449B-B45B-EA020649D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7321551"/>
            <a:ext cx="193675" cy="474663"/>
          </a:xfrm>
          <a:custGeom>
            <a:avLst/>
            <a:gdLst>
              <a:gd name="T0" fmla="*/ 122 w 122"/>
              <a:gd name="T1" fmla="*/ 98 h 299"/>
              <a:gd name="T2" fmla="*/ 122 w 122"/>
              <a:gd name="T3" fmla="*/ 299 h 299"/>
              <a:gd name="T4" fmla="*/ 0 w 122"/>
              <a:gd name="T5" fmla="*/ 201 h 299"/>
              <a:gd name="T6" fmla="*/ 0 w 122"/>
              <a:gd name="T7" fmla="*/ 0 h 299"/>
              <a:gd name="T8" fmla="*/ 122 w 122"/>
              <a:gd name="T9" fmla="*/ 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" h="299">
                <a:moveTo>
                  <a:pt x="122" y="98"/>
                </a:moveTo>
                <a:lnTo>
                  <a:pt x="122" y="299"/>
                </a:lnTo>
                <a:lnTo>
                  <a:pt x="0" y="201"/>
                </a:lnTo>
                <a:lnTo>
                  <a:pt x="0" y="0"/>
                </a:lnTo>
                <a:lnTo>
                  <a:pt x="122" y="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4" name="Freeform 231">
            <a:extLst>
              <a:ext uri="{FF2B5EF4-FFF2-40B4-BE49-F238E27FC236}">
                <a16:creationId xmlns:a16="http://schemas.microsoft.com/office/drawing/2014/main" id="{38868DBE-809F-4CBC-85BE-3D310ACE3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7321551"/>
            <a:ext cx="1531938" cy="319088"/>
          </a:xfrm>
          <a:custGeom>
            <a:avLst/>
            <a:gdLst>
              <a:gd name="T0" fmla="*/ 965 w 965"/>
              <a:gd name="T1" fmla="*/ 201 h 201"/>
              <a:gd name="T2" fmla="*/ 0 w 965"/>
              <a:gd name="T3" fmla="*/ 201 h 201"/>
              <a:gd name="T4" fmla="*/ 0 w 965"/>
              <a:gd name="T5" fmla="*/ 0 h 201"/>
              <a:gd name="T6" fmla="*/ 965 w 965"/>
              <a:gd name="T7" fmla="*/ 0 h 201"/>
              <a:gd name="T8" fmla="*/ 875 w 965"/>
              <a:gd name="T9" fmla="*/ 102 h 201"/>
              <a:gd name="T10" fmla="*/ 965 w 965"/>
              <a:gd name="T11" fmla="*/ 201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5" h="201">
                <a:moveTo>
                  <a:pt x="965" y="201"/>
                </a:moveTo>
                <a:lnTo>
                  <a:pt x="0" y="201"/>
                </a:lnTo>
                <a:lnTo>
                  <a:pt x="0" y="0"/>
                </a:lnTo>
                <a:lnTo>
                  <a:pt x="965" y="0"/>
                </a:lnTo>
                <a:lnTo>
                  <a:pt x="875" y="102"/>
                </a:lnTo>
                <a:lnTo>
                  <a:pt x="965" y="2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5" name="Freeform 244">
            <a:extLst>
              <a:ext uri="{FF2B5EF4-FFF2-40B4-BE49-F238E27FC236}">
                <a16:creationId xmlns:a16="http://schemas.microsoft.com/office/drawing/2014/main" id="{1E2FA955-1FAB-4647-89F3-939D0A6E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8332788"/>
            <a:ext cx="193675" cy="476250"/>
          </a:xfrm>
          <a:custGeom>
            <a:avLst/>
            <a:gdLst>
              <a:gd name="T0" fmla="*/ 122 w 122"/>
              <a:gd name="T1" fmla="*/ 98 h 300"/>
              <a:gd name="T2" fmla="*/ 122 w 122"/>
              <a:gd name="T3" fmla="*/ 300 h 300"/>
              <a:gd name="T4" fmla="*/ 0 w 122"/>
              <a:gd name="T5" fmla="*/ 202 h 300"/>
              <a:gd name="T6" fmla="*/ 0 w 122"/>
              <a:gd name="T7" fmla="*/ 0 h 300"/>
              <a:gd name="T8" fmla="*/ 122 w 122"/>
              <a:gd name="T9" fmla="*/ 98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" h="300">
                <a:moveTo>
                  <a:pt x="122" y="98"/>
                </a:moveTo>
                <a:lnTo>
                  <a:pt x="122" y="300"/>
                </a:lnTo>
                <a:lnTo>
                  <a:pt x="0" y="202"/>
                </a:lnTo>
                <a:lnTo>
                  <a:pt x="0" y="0"/>
                </a:lnTo>
                <a:lnTo>
                  <a:pt x="122" y="98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7" name="Freeform 234">
            <a:extLst>
              <a:ext uri="{FF2B5EF4-FFF2-40B4-BE49-F238E27FC236}">
                <a16:creationId xmlns:a16="http://schemas.microsoft.com/office/drawing/2014/main" id="{68249A8F-3569-493C-B68E-6B51344BB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983538"/>
            <a:ext cx="504825" cy="320675"/>
          </a:xfrm>
          <a:custGeom>
            <a:avLst/>
            <a:gdLst>
              <a:gd name="T0" fmla="*/ 318 w 318"/>
              <a:gd name="T1" fmla="*/ 0 h 202"/>
              <a:gd name="T2" fmla="*/ 0 w 318"/>
              <a:gd name="T3" fmla="*/ 0 h 202"/>
              <a:gd name="T4" fmla="*/ 92 w 318"/>
              <a:gd name="T5" fmla="*/ 100 h 202"/>
              <a:gd name="T6" fmla="*/ 0 w 318"/>
              <a:gd name="T7" fmla="*/ 202 h 202"/>
              <a:gd name="T8" fmla="*/ 318 w 318"/>
              <a:gd name="T9" fmla="*/ 202 h 202"/>
              <a:gd name="T10" fmla="*/ 318 w 318"/>
              <a:gd name="T1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318" y="0"/>
                </a:move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lnTo>
                  <a:pt x="318" y="202"/>
                </a:lnTo>
                <a:lnTo>
                  <a:pt x="31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8" name="Freeform 236">
            <a:extLst>
              <a:ext uri="{FF2B5EF4-FFF2-40B4-BE49-F238E27FC236}">
                <a16:creationId xmlns:a16="http://schemas.microsoft.com/office/drawing/2014/main" id="{9C6B5CC8-E9C7-488F-8561-F3912B926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7827963"/>
            <a:ext cx="193675" cy="476250"/>
          </a:xfrm>
          <a:custGeom>
            <a:avLst/>
            <a:gdLst>
              <a:gd name="T0" fmla="*/ 122 w 122"/>
              <a:gd name="T1" fmla="*/ 98 h 300"/>
              <a:gd name="T2" fmla="*/ 122 w 122"/>
              <a:gd name="T3" fmla="*/ 300 h 300"/>
              <a:gd name="T4" fmla="*/ 0 w 122"/>
              <a:gd name="T5" fmla="*/ 202 h 300"/>
              <a:gd name="T6" fmla="*/ 0 w 122"/>
              <a:gd name="T7" fmla="*/ 0 h 300"/>
              <a:gd name="T8" fmla="*/ 122 w 122"/>
              <a:gd name="T9" fmla="*/ 98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" h="300">
                <a:moveTo>
                  <a:pt x="122" y="98"/>
                </a:moveTo>
                <a:lnTo>
                  <a:pt x="122" y="300"/>
                </a:lnTo>
                <a:lnTo>
                  <a:pt x="0" y="202"/>
                </a:lnTo>
                <a:lnTo>
                  <a:pt x="0" y="0"/>
                </a:lnTo>
                <a:lnTo>
                  <a:pt x="122" y="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9" name="Freeform 237">
            <a:extLst>
              <a:ext uri="{FF2B5EF4-FFF2-40B4-BE49-F238E27FC236}">
                <a16:creationId xmlns:a16="http://schemas.microsoft.com/office/drawing/2014/main" id="{54F3B16C-2479-4797-8482-24786C806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7827963"/>
            <a:ext cx="1531938" cy="320675"/>
          </a:xfrm>
          <a:custGeom>
            <a:avLst/>
            <a:gdLst>
              <a:gd name="T0" fmla="*/ 965 w 965"/>
              <a:gd name="T1" fmla="*/ 202 h 202"/>
              <a:gd name="T2" fmla="*/ 0 w 965"/>
              <a:gd name="T3" fmla="*/ 202 h 202"/>
              <a:gd name="T4" fmla="*/ 0 w 965"/>
              <a:gd name="T5" fmla="*/ 0 h 202"/>
              <a:gd name="T6" fmla="*/ 965 w 965"/>
              <a:gd name="T7" fmla="*/ 0 h 202"/>
              <a:gd name="T8" fmla="*/ 875 w 965"/>
              <a:gd name="T9" fmla="*/ 100 h 202"/>
              <a:gd name="T10" fmla="*/ 965 w 965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5" h="202">
                <a:moveTo>
                  <a:pt x="965" y="202"/>
                </a:moveTo>
                <a:lnTo>
                  <a:pt x="0" y="202"/>
                </a:lnTo>
                <a:lnTo>
                  <a:pt x="0" y="0"/>
                </a:lnTo>
                <a:lnTo>
                  <a:pt x="965" y="0"/>
                </a:lnTo>
                <a:lnTo>
                  <a:pt x="875" y="100"/>
                </a:lnTo>
                <a:lnTo>
                  <a:pt x="965" y="20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0" name="Freeform 245">
            <a:extLst>
              <a:ext uri="{FF2B5EF4-FFF2-40B4-BE49-F238E27FC236}">
                <a16:creationId xmlns:a16="http://schemas.microsoft.com/office/drawing/2014/main" id="{CC599495-329A-4284-96C8-820381D4E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8332788"/>
            <a:ext cx="1531938" cy="320675"/>
          </a:xfrm>
          <a:custGeom>
            <a:avLst/>
            <a:gdLst>
              <a:gd name="T0" fmla="*/ 965 w 965"/>
              <a:gd name="T1" fmla="*/ 202 h 202"/>
              <a:gd name="T2" fmla="*/ 0 w 965"/>
              <a:gd name="T3" fmla="*/ 202 h 202"/>
              <a:gd name="T4" fmla="*/ 0 w 965"/>
              <a:gd name="T5" fmla="*/ 0 h 202"/>
              <a:gd name="T6" fmla="*/ 965 w 965"/>
              <a:gd name="T7" fmla="*/ 0 h 202"/>
              <a:gd name="T8" fmla="*/ 875 w 965"/>
              <a:gd name="T9" fmla="*/ 102 h 202"/>
              <a:gd name="T10" fmla="*/ 965 w 965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5" h="202">
                <a:moveTo>
                  <a:pt x="965" y="202"/>
                </a:moveTo>
                <a:lnTo>
                  <a:pt x="0" y="202"/>
                </a:lnTo>
                <a:lnTo>
                  <a:pt x="0" y="0"/>
                </a:lnTo>
                <a:lnTo>
                  <a:pt x="965" y="0"/>
                </a:lnTo>
                <a:lnTo>
                  <a:pt x="875" y="102"/>
                </a:lnTo>
                <a:lnTo>
                  <a:pt x="965" y="20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9" name="Freeform 217">
            <a:extLst>
              <a:ext uri="{FF2B5EF4-FFF2-40B4-BE49-F238E27FC236}">
                <a16:creationId xmlns:a16="http://schemas.microsoft.com/office/drawing/2014/main" id="{8504F879-0B45-4F0C-A267-2CFD09388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49601" y="1265238"/>
            <a:ext cx="1079500" cy="808038"/>
          </a:xfrm>
          <a:custGeom>
            <a:avLst/>
            <a:gdLst>
              <a:gd name="T0" fmla="*/ 268 w 340"/>
              <a:gd name="T1" fmla="*/ 0 h 255"/>
              <a:gd name="T2" fmla="*/ 273 w 340"/>
              <a:gd name="T3" fmla="*/ 24 h 255"/>
              <a:gd name="T4" fmla="*/ 213 w 340"/>
              <a:gd name="T5" fmla="*/ 84 h 255"/>
              <a:gd name="T6" fmla="*/ 153 w 340"/>
              <a:gd name="T7" fmla="*/ 24 h 255"/>
              <a:gd name="T8" fmla="*/ 158 w 340"/>
              <a:gd name="T9" fmla="*/ 0 h 255"/>
              <a:gd name="T10" fmla="*/ 86 w 340"/>
              <a:gd name="T11" fmla="*/ 0 h 255"/>
              <a:gd name="T12" fmla="*/ 86 w 340"/>
              <a:gd name="T13" fmla="*/ 99 h 255"/>
              <a:gd name="T14" fmla="*/ 48 w 340"/>
              <a:gd name="T15" fmla="*/ 80 h 255"/>
              <a:gd name="T16" fmla="*/ 0 w 340"/>
              <a:gd name="T17" fmla="*/ 127 h 255"/>
              <a:gd name="T18" fmla="*/ 48 w 340"/>
              <a:gd name="T19" fmla="*/ 175 h 255"/>
              <a:gd name="T20" fmla="*/ 86 w 340"/>
              <a:gd name="T21" fmla="*/ 155 h 255"/>
              <a:gd name="T22" fmla="*/ 86 w 340"/>
              <a:gd name="T23" fmla="*/ 255 h 255"/>
              <a:gd name="T24" fmla="*/ 340 w 340"/>
              <a:gd name="T25" fmla="*/ 255 h 255"/>
              <a:gd name="T26" fmla="*/ 340 w 340"/>
              <a:gd name="T27" fmla="*/ 0 h 255"/>
              <a:gd name="T28" fmla="*/ 268 w 340"/>
              <a:gd name="T29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40" h="255">
                <a:moveTo>
                  <a:pt x="268" y="0"/>
                </a:moveTo>
                <a:cubicBezTo>
                  <a:pt x="271" y="8"/>
                  <a:pt x="273" y="16"/>
                  <a:pt x="273" y="24"/>
                </a:cubicBezTo>
                <a:cubicBezTo>
                  <a:pt x="273" y="57"/>
                  <a:pt x="246" y="84"/>
                  <a:pt x="213" y="84"/>
                </a:cubicBezTo>
                <a:cubicBezTo>
                  <a:pt x="180" y="84"/>
                  <a:pt x="153" y="57"/>
                  <a:pt x="153" y="24"/>
                </a:cubicBezTo>
                <a:cubicBezTo>
                  <a:pt x="153" y="16"/>
                  <a:pt x="155" y="8"/>
                  <a:pt x="158" y="0"/>
                </a:cubicBezTo>
                <a:cubicBezTo>
                  <a:pt x="86" y="0"/>
                  <a:pt x="86" y="0"/>
                  <a:pt x="86" y="0"/>
                </a:cubicBezTo>
                <a:cubicBezTo>
                  <a:pt x="86" y="99"/>
                  <a:pt x="86" y="99"/>
                  <a:pt x="86" y="99"/>
                </a:cubicBezTo>
                <a:cubicBezTo>
                  <a:pt x="77" y="88"/>
                  <a:pt x="64" y="80"/>
                  <a:pt x="48" y="80"/>
                </a:cubicBezTo>
                <a:cubicBezTo>
                  <a:pt x="22" y="80"/>
                  <a:pt x="0" y="101"/>
                  <a:pt x="0" y="127"/>
                </a:cubicBezTo>
                <a:cubicBezTo>
                  <a:pt x="0" y="154"/>
                  <a:pt x="22" y="175"/>
                  <a:pt x="48" y="175"/>
                </a:cubicBezTo>
                <a:cubicBezTo>
                  <a:pt x="64" y="175"/>
                  <a:pt x="77" y="167"/>
                  <a:pt x="86" y="155"/>
                </a:cubicBezTo>
                <a:cubicBezTo>
                  <a:pt x="86" y="255"/>
                  <a:pt x="86" y="255"/>
                  <a:pt x="86" y="255"/>
                </a:cubicBezTo>
                <a:cubicBezTo>
                  <a:pt x="340" y="255"/>
                  <a:pt x="340" y="255"/>
                  <a:pt x="340" y="255"/>
                </a:cubicBezTo>
                <a:cubicBezTo>
                  <a:pt x="340" y="0"/>
                  <a:pt x="340" y="0"/>
                  <a:pt x="340" y="0"/>
                </a:cubicBezTo>
                <a:lnTo>
                  <a:pt x="26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0" name="Freeform 218">
            <a:extLst>
              <a:ext uri="{FF2B5EF4-FFF2-40B4-BE49-F238E27FC236}">
                <a16:creationId xmlns:a16="http://schemas.microsoft.com/office/drawing/2014/main" id="{23990D25-BC4A-4CFC-A171-B0DD42EBB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411163"/>
            <a:ext cx="1082675" cy="809625"/>
          </a:xfrm>
          <a:custGeom>
            <a:avLst/>
            <a:gdLst>
              <a:gd name="T0" fmla="*/ 293 w 341"/>
              <a:gd name="T1" fmla="*/ 80 h 255"/>
              <a:gd name="T2" fmla="*/ 254 w 341"/>
              <a:gd name="T3" fmla="*/ 100 h 255"/>
              <a:gd name="T4" fmla="*/ 254 w 341"/>
              <a:gd name="T5" fmla="*/ 0 h 255"/>
              <a:gd name="T6" fmla="*/ 0 w 341"/>
              <a:gd name="T7" fmla="*/ 0 h 255"/>
              <a:gd name="T8" fmla="*/ 0 w 341"/>
              <a:gd name="T9" fmla="*/ 255 h 255"/>
              <a:gd name="T10" fmla="*/ 73 w 341"/>
              <a:gd name="T11" fmla="*/ 255 h 255"/>
              <a:gd name="T12" fmla="*/ 67 w 341"/>
              <a:gd name="T13" fmla="*/ 230 h 255"/>
              <a:gd name="T14" fmla="*/ 127 w 341"/>
              <a:gd name="T15" fmla="*/ 170 h 255"/>
              <a:gd name="T16" fmla="*/ 187 w 341"/>
              <a:gd name="T17" fmla="*/ 230 h 255"/>
              <a:gd name="T18" fmla="*/ 182 w 341"/>
              <a:gd name="T19" fmla="*/ 255 h 255"/>
              <a:gd name="T20" fmla="*/ 254 w 341"/>
              <a:gd name="T21" fmla="*/ 255 h 255"/>
              <a:gd name="T22" fmla="*/ 254 w 341"/>
              <a:gd name="T23" fmla="*/ 155 h 255"/>
              <a:gd name="T24" fmla="*/ 293 w 341"/>
              <a:gd name="T25" fmla="*/ 175 h 255"/>
              <a:gd name="T26" fmla="*/ 341 w 341"/>
              <a:gd name="T27" fmla="*/ 127 h 255"/>
              <a:gd name="T28" fmla="*/ 293 w 341"/>
              <a:gd name="T29" fmla="*/ 8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41" h="255">
                <a:moveTo>
                  <a:pt x="293" y="80"/>
                </a:moveTo>
                <a:cubicBezTo>
                  <a:pt x="277" y="80"/>
                  <a:pt x="263" y="88"/>
                  <a:pt x="254" y="100"/>
                </a:cubicBezTo>
                <a:cubicBezTo>
                  <a:pt x="254" y="0"/>
                  <a:pt x="254" y="0"/>
                  <a:pt x="2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5"/>
                  <a:pt x="0" y="255"/>
                  <a:pt x="0" y="255"/>
                </a:cubicBezTo>
                <a:cubicBezTo>
                  <a:pt x="73" y="255"/>
                  <a:pt x="73" y="255"/>
                  <a:pt x="73" y="255"/>
                </a:cubicBezTo>
                <a:cubicBezTo>
                  <a:pt x="69" y="247"/>
                  <a:pt x="67" y="239"/>
                  <a:pt x="67" y="230"/>
                </a:cubicBezTo>
                <a:cubicBezTo>
                  <a:pt x="67" y="197"/>
                  <a:pt x="94" y="170"/>
                  <a:pt x="127" y="170"/>
                </a:cubicBezTo>
                <a:cubicBezTo>
                  <a:pt x="160" y="170"/>
                  <a:pt x="187" y="197"/>
                  <a:pt x="187" y="230"/>
                </a:cubicBezTo>
                <a:cubicBezTo>
                  <a:pt x="187" y="239"/>
                  <a:pt x="185" y="247"/>
                  <a:pt x="182" y="255"/>
                </a:cubicBezTo>
                <a:cubicBezTo>
                  <a:pt x="254" y="255"/>
                  <a:pt x="254" y="255"/>
                  <a:pt x="254" y="255"/>
                </a:cubicBezTo>
                <a:cubicBezTo>
                  <a:pt x="254" y="155"/>
                  <a:pt x="254" y="155"/>
                  <a:pt x="254" y="155"/>
                </a:cubicBezTo>
                <a:cubicBezTo>
                  <a:pt x="263" y="167"/>
                  <a:pt x="277" y="175"/>
                  <a:pt x="293" y="175"/>
                </a:cubicBezTo>
                <a:cubicBezTo>
                  <a:pt x="319" y="175"/>
                  <a:pt x="341" y="154"/>
                  <a:pt x="341" y="127"/>
                </a:cubicBezTo>
                <a:cubicBezTo>
                  <a:pt x="341" y="101"/>
                  <a:pt x="319" y="80"/>
                  <a:pt x="293" y="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1" name="Freeform 219">
            <a:extLst>
              <a:ext uri="{FF2B5EF4-FFF2-40B4-BE49-F238E27FC236}">
                <a16:creationId xmlns:a16="http://schemas.microsoft.com/office/drawing/2014/main" id="{6E0DA774-8B41-4DFB-A855-465949056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422651" y="411163"/>
            <a:ext cx="806450" cy="1081088"/>
          </a:xfrm>
          <a:custGeom>
            <a:avLst/>
            <a:gdLst>
              <a:gd name="T0" fmla="*/ 254 w 254"/>
              <a:gd name="T1" fmla="*/ 0 h 341"/>
              <a:gd name="T2" fmla="*/ 0 w 254"/>
              <a:gd name="T3" fmla="*/ 0 h 341"/>
              <a:gd name="T4" fmla="*/ 0 w 254"/>
              <a:gd name="T5" fmla="*/ 73 h 341"/>
              <a:gd name="T6" fmla="*/ 24 w 254"/>
              <a:gd name="T7" fmla="*/ 68 h 341"/>
              <a:gd name="T8" fmla="*/ 84 w 254"/>
              <a:gd name="T9" fmla="*/ 127 h 341"/>
              <a:gd name="T10" fmla="*/ 24 w 254"/>
              <a:gd name="T11" fmla="*/ 187 h 341"/>
              <a:gd name="T12" fmla="*/ 0 w 254"/>
              <a:gd name="T13" fmla="*/ 182 h 341"/>
              <a:gd name="T14" fmla="*/ 0 w 254"/>
              <a:gd name="T15" fmla="*/ 255 h 341"/>
              <a:gd name="T16" fmla="*/ 100 w 254"/>
              <a:gd name="T17" fmla="*/ 255 h 341"/>
              <a:gd name="T18" fmla="*/ 80 w 254"/>
              <a:gd name="T19" fmla="*/ 293 h 341"/>
              <a:gd name="T20" fmla="*/ 127 w 254"/>
              <a:gd name="T21" fmla="*/ 341 h 341"/>
              <a:gd name="T22" fmla="*/ 175 w 254"/>
              <a:gd name="T23" fmla="*/ 293 h 341"/>
              <a:gd name="T24" fmla="*/ 155 w 254"/>
              <a:gd name="T25" fmla="*/ 255 h 341"/>
              <a:gd name="T26" fmla="*/ 254 w 254"/>
              <a:gd name="T27" fmla="*/ 255 h 341"/>
              <a:gd name="T28" fmla="*/ 254 w 254"/>
              <a:gd name="T29" fmla="*/ 0 h 3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4" h="341">
                <a:moveTo>
                  <a:pt x="254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"/>
                  <a:pt x="0" y="73"/>
                  <a:pt x="0" y="73"/>
                </a:cubicBezTo>
                <a:cubicBezTo>
                  <a:pt x="7" y="69"/>
                  <a:pt x="16" y="68"/>
                  <a:pt x="24" y="68"/>
                </a:cubicBezTo>
                <a:cubicBezTo>
                  <a:pt x="57" y="68"/>
                  <a:pt x="84" y="94"/>
                  <a:pt x="84" y="127"/>
                </a:cubicBezTo>
                <a:cubicBezTo>
                  <a:pt x="84" y="161"/>
                  <a:pt x="57" y="187"/>
                  <a:pt x="24" y="187"/>
                </a:cubicBezTo>
                <a:cubicBezTo>
                  <a:pt x="16" y="187"/>
                  <a:pt x="7" y="186"/>
                  <a:pt x="0" y="182"/>
                </a:cubicBezTo>
                <a:cubicBezTo>
                  <a:pt x="0" y="255"/>
                  <a:pt x="0" y="255"/>
                  <a:pt x="0" y="255"/>
                </a:cubicBezTo>
                <a:cubicBezTo>
                  <a:pt x="100" y="255"/>
                  <a:pt x="100" y="255"/>
                  <a:pt x="100" y="255"/>
                </a:cubicBezTo>
                <a:cubicBezTo>
                  <a:pt x="88" y="263"/>
                  <a:pt x="80" y="277"/>
                  <a:pt x="80" y="293"/>
                </a:cubicBezTo>
                <a:cubicBezTo>
                  <a:pt x="80" y="320"/>
                  <a:pt x="101" y="341"/>
                  <a:pt x="127" y="341"/>
                </a:cubicBezTo>
                <a:cubicBezTo>
                  <a:pt x="153" y="341"/>
                  <a:pt x="175" y="320"/>
                  <a:pt x="175" y="293"/>
                </a:cubicBezTo>
                <a:cubicBezTo>
                  <a:pt x="175" y="277"/>
                  <a:pt x="167" y="263"/>
                  <a:pt x="155" y="255"/>
                </a:cubicBezTo>
                <a:cubicBezTo>
                  <a:pt x="254" y="255"/>
                  <a:pt x="254" y="255"/>
                  <a:pt x="254" y="255"/>
                </a:cubicBezTo>
                <a:lnTo>
                  <a:pt x="25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2" name="Freeform 220">
            <a:extLst>
              <a:ext uri="{FF2B5EF4-FFF2-40B4-BE49-F238E27FC236}">
                <a16:creationId xmlns:a16="http://schemas.microsoft.com/office/drawing/2014/main" id="{D8E94B64-C159-4A70-BFDD-EF201969A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992188"/>
            <a:ext cx="806450" cy="1081088"/>
          </a:xfrm>
          <a:custGeom>
            <a:avLst/>
            <a:gdLst>
              <a:gd name="T0" fmla="*/ 231 w 254"/>
              <a:gd name="T1" fmla="*/ 154 h 341"/>
              <a:gd name="T2" fmla="*/ 254 w 254"/>
              <a:gd name="T3" fmla="*/ 158 h 341"/>
              <a:gd name="T4" fmla="*/ 254 w 254"/>
              <a:gd name="T5" fmla="*/ 86 h 341"/>
              <a:gd name="T6" fmla="*/ 154 w 254"/>
              <a:gd name="T7" fmla="*/ 86 h 341"/>
              <a:gd name="T8" fmla="*/ 175 w 254"/>
              <a:gd name="T9" fmla="*/ 47 h 341"/>
              <a:gd name="T10" fmla="*/ 127 w 254"/>
              <a:gd name="T11" fmla="*/ 0 h 341"/>
              <a:gd name="T12" fmla="*/ 80 w 254"/>
              <a:gd name="T13" fmla="*/ 47 h 341"/>
              <a:gd name="T14" fmla="*/ 100 w 254"/>
              <a:gd name="T15" fmla="*/ 86 h 341"/>
              <a:gd name="T16" fmla="*/ 0 w 254"/>
              <a:gd name="T17" fmla="*/ 86 h 341"/>
              <a:gd name="T18" fmla="*/ 0 w 254"/>
              <a:gd name="T19" fmla="*/ 341 h 341"/>
              <a:gd name="T20" fmla="*/ 254 w 254"/>
              <a:gd name="T21" fmla="*/ 341 h 341"/>
              <a:gd name="T22" fmla="*/ 254 w 254"/>
              <a:gd name="T23" fmla="*/ 268 h 341"/>
              <a:gd name="T24" fmla="*/ 231 w 254"/>
              <a:gd name="T25" fmla="*/ 273 h 341"/>
              <a:gd name="T26" fmla="*/ 171 w 254"/>
              <a:gd name="T27" fmla="*/ 213 h 341"/>
              <a:gd name="T28" fmla="*/ 231 w 254"/>
              <a:gd name="T29" fmla="*/ 154 h 3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4" h="341">
                <a:moveTo>
                  <a:pt x="231" y="154"/>
                </a:moveTo>
                <a:cubicBezTo>
                  <a:pt x="239" y="154"/>
                  <a:pt x="247" y="155"/>
                  <a:pt x="254" y="158"/>
                </a:cubicBezTo>
                <a:cubicBezTo>
                  <a:pt x="254" y="86"/>
                  <a:pt x="254" y="86"/>
                  <a:pt x="254" y="86"/>
                </a:cubicBezTo>
                <a:cubicBezTo>
                  <a:pt x="154" y="86"/>
                  <a:pt x="154" y="86"/>
                  <a:pt x="154" y="86"/>
                </a:cubicBezTo>
                <a:cubicBezTo>
                  <a:pt x="167" y="78"/>
                  <a:pt x="175" y="63"/>
                  <a:pt x="175" y="47"/>
                </a:cubicBezTo>
                <a:cubicBezTo>
                  <a:pt x="175" y="21"/>
                  <a:pt x="153" y="0"/>
                  <a:pt x="127" y="0"/>
                </a:cubicBezTo>
                <a:cubicBezTo>
                  <a:pt x="101" y="0"/>
                  <a:pt x="80" y="21"/>
                  <a:pt x="80" y="47"/>
                </a:cubicBezTo>
                <a:cubicBezTo>
                  <a:pt x="80" y="63"/>
                  <a:pt x="88" y="78"/>
                  <a:pt x="100" y="8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341"/>
                  <a:pt x="0" y="341"/>
                  <a:pt x="0" y="341"/>
                </a:cubicBezTo>
                <a:cubicBezTo>
                  <a:pt x="254" y="341"/>
                  <a:pt x="254" y="341"/>
                  <a:pt x="254" y="341"/>
                </a:cubicBezTo>
                <a:cubicBezTo>
                  <a:pt x="254" y="268"/>
                  <a:pt x="254" y="268"/>
                  <a:pt x="254" y="268"/>
                </a:cubicBezTo>
                <a:cubicBezTo>
                  <a:pt x="247" y="272"/>
                  <a:pt x="239" y="273"/>
                  <a:pt x="231" y="273"/>
                </a:cubicBezTo>
                <a:cubicBezTo>
                  <a:pt x="198" y="273"/>
                  <a:pt x="171" y="246"/>
                  <a:pt x="171" y="213"/>
                </a:cubicBezTo>
                <a:cubicBezTo>
                  <a:pt x="171" y="180"/>
                  <a:pt x="198" y="154"/>
                  <a:pt x="231" y="15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Freeform 209">
            <a:extLst>
              <a:ext uri="{FF2B5EF4-FFF2-40B4-BE49-F238E27FC236}">
                <a16:creationId xmlns:a16="http://schemas.microsoft.com/office/drawing/2014/main" id="{BE20C1F2-B485-4165-9D05-9F072D5EB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895601"/>
            <a:ext cx="1663700" cy="811213"/>
          </a:xfrm>
          <a:custGeom>
            <a:avLst/>
            <a:gdLst>
              <a:gd name="T0" fmla="*/ 1048 w 1048"/>
              <a:gd name="T1" fmla="*/ 511 h 511"/>
              <a:gd name="T2" fmla="*/ 0 w 1048"/>
              <a:gd name="T3" fmla="*/ 190 h 511"/>
              <a:gd name="T4" fmla="*/ 0 w 1048"/>
              <a:gd name="T5" fmla="*/ 0 h 511"/>
              <a:gd name="T6" fmla="*/ 1048 w 1048"/>
              <a:gd name="T7" fmla="*/ 322 h 511"/>
              <a:gd name="T8" fmla="*/ 1048 w 1048"/>
              <a:gd name="T9" fmla="*/ 511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1048" y="511"/>
                </a:moveTo>
                <a:lnTo>
                  <a:pt x="0" y="190"/>
                </a:lnTo>
                <a:lnTo>
                  <a:pt x="0" y="0"/>
                </a:lnTo>
                <a:lnTo>
                  <a:pt x="1048" y="322"/>
                </a:lnTo>
                <a:lnTo>
                  <a:pt x="1048" y="51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Freeform 204">
            <a:extLst>
              <a:ext uri="{FF2B5EF4-FFF2-40B4-BE49-F238E27FC236}">
                <a16:creationId xmlns:a16="http://schemas.microsoft.com/office/drawing/2014/main" id="{A2F1DCC6-AD0D-4314-B8F2-7FA0D7285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384426"/>
            <a:ext cx="1663700" cy="812800"/>
          </a:xfrm>
          <a:custGeom>
            <a:avLst/>
            <a:gdLst>
              <a:gd name="T0" fmla="*/ 1048 w 1048"/>
              <a:gd name="T1" fmla="*/ 512 h 512"/>
              <a:gd name="T2" fmla="*/ 0 w 1048"/>
              <a:gd name="T3" fmla="*/ 190 h 512"/>
              <a:gd name="T4" fmla="*/ 0 w 1048"/>
              <a:gd name="T5" fmla="*/ 0 h 512"/>
              <a:gd name="T6" fmla="*/ 1048 w 1048"/>
              <a:gd name="T7" fmla="*/ 322 h 512"/>
              <a:gd name="T8" fmla="*/ 1048 w 1048"/>
              <a:gd name="T9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2">
                <a:moveTo>
                  <a:pt x="1048" y="512"/>
                </a:moveTo>
                <a:lnTo>
                  <a:pt x="0" y="190"/>
                </a:lnTo>
                <a:lnTo>
                  <a:pt x="0" y="0"/>
                </a:lnTo>
                <a:lnTo>
                  <a:pt x="1048" y="322"/>
                </a:lnTo>
                <a:lnTo>
                  <a:pt x="1048" y="5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Freeform 206">
            <a:extLst>
              <a:ext uri="{FF2B5EF4-FFF2-40B4-BE49-F238E27FC236}">
                <a16:creationId xmlns:a16="http://schemas.microsoft.com/office/drawing/2014/main" id="{E5AA9BE8-47EF-4892-9F20-914DB452E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384426"/>
            <a:ext cx="1663700" cy="812800"/>
          </a:xfrm>
          <a:custGeom>
            <a:avLst/>
            <a:gdLst>
              <a:gd name="T0" fmla="*/ 0 w 1048"/>
              <a:gd name="T1" fmla="*/ 0 h 512"/>
              <a:gd name="T2" fmla="*/ 0 w 1048"/>
              <a:gd name="T3" fmla="*/ 190 h 512"/>
              <a:gd name="T4" fmla="*/ 1048 w 1048"/>
              <a:gd name="T5" fmla="*/ 512 h 512"/>
              <a:gd name="T6" fmla="*/ 1048 w 1048"/>
              <a:gd name="T7" fmla="*/ 322 h 512"/>
              <a:gd name="T8" fmla="*/ 0 w 1048"/>
              <a:gd name="T9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2">
                <a:moveTo>
                  <a:pt x="0" y="0"/>
                </a:moveTo>
                <a:lnTo>
                  <a:pt x="0" y="190"/>
                </a:lnTo>
                <a:lnTo>
                  <a:pt x="1048" y="512"/>
                </a:lnTo>
                <a:lnTo>
                  <a:pt x="1048" y="322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3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Freeform 213">
            <a:extLst>
              <a:ext uri="{FF2B5EF4-FFF2-40B4-BE49-F238E27FC236}">
                <a16:creationId xmlns:a16="http://schemas.microsoft.com/office/drawing/2014/main" id="{D7ABF208-E4B2-4A58-A2FC-13FF8CC97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3406776"/>
            <a:ext cx="1663700" cy="811213"/>
          </a:xfrm>
          <a:custGeom>
            <a:avLst/>
            <a:gdLst>
              <a:gd name="T0" fmla="*/ 1048 w 1048"/>
              <a:gd name="T1" fmla="*/ 511 h 511"/>
              <a:gd name="T2" fmla="*/ 0 w 1048"/>
              <a:gd name="T3" fmla="*/ 189 h 511"/>
              <a:gd name="T4" fmla="*/ 0 w 1048"/>
              <a:gd name="T5" fmla="*/ 0 h 511"/>
              <a:gd name="T6" fmla="*/ 1048 w 1048"/>
              <a:gd name="T7" fmla="*/ 321 h 511"/>
              <a:gd name="T8" fmla="*/ 1048 w 1048"/>
              <a:gd name="T9" fmla="*/ 511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1048" y="511"/>
                </a:moveTo>
                <a:lnTo>
                  <a:pt x="0" y="189"/>
                </a:lnTo>
                <a:lnTo>
                  <a:pt x="0" y="0"/>
                </a:lnTo>
                <a:lnTo>
                  <a:pt x="1048" y="321"/>
                </a:lnTo>
                <a:lnTo>
                  <a:pt x="1048" y="51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3" name="Freeform 205">
            <a:extLst>
              <a:ext uri="{FF2B5EF4-FFF2-40B4-BE49-F238E27FC236}">
                <a16:creationId xmlns:a16="http://schemas.microsoft.com/office/drawing/2014/main" id="{8B34C7CF-C99A-4742-B19D-7924B0543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384426"/>
            <a:ext cx="1663700" cy="812800"/>
          </a:xfrm>
          <a:custGeom>
            <a:avLst/>
            <a:gdLst>
              <a:gd name="T0" fmla="*/ 1048 w 1048"/>
              <a:gd name="T1" fmla="*/ 512 h 512"/>
              <a:gd name="T2" fmla="*/ 0 w 1048"/>
              <a:gd name="T3" fmla="*/ 190 h 512"/>
              <a:gd name="T4" fmla="*/ 0 w 1048"/>
              <a:gd name="T5" fmla="*/ 0 h 512"/>
              <a:gd name="T6" fmla="*/ 1048 w 1048"/>
              <a:gd name="T7" fmla="*/ 322 h 512"/>
              <a:gd name="T8" fmla="*/ 1048 w 1048"/>
              <a:gd name="T9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2">
                <a:moveTo>
                  <a:pt x="1048" y="512"/>
                </a:moveTo>
                <a:lnTo>
                  <a:pt x="0" y="190"/>
                </a:lnTo>
                <a:lnTo>
                  <a:pt x="0" y="0"/>
                </a:lnTo>
                <a:lnTo>
                  <a:pt x="1048" y="322"/>
                </a:lnTo>
                <a:lnTo>
                  <a:pt x="1048" y="51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4" name="Freeform 208">
            <a:extLst>
              <a:ext uri="{FF2B5EF4-FFF2-40B4-BE49-F238E27FC236}">
                <a16:creationId xmlns:a16="http://schemas.microsoft.com/office/drawing/2014/main" id="{D38A4CA3-5B21-42E8-97BD-5D4285BB5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384426"/>
            <a:ext cx="1663700" cy="812800"/>
          </a:xfrm>
          <a:custGeom>
            <a:avLst/>
            <a:gdLst>
              <a:gd name="T0" fmla="*/ 0 w 1048"/>
              <a:gd name="T1" fmla="*/ 0 h 512"/>
              <a:gd name="T2" fmla="*/ 0 w 1048"/>
              <a:gd name="T3" fmla="*/ 190 h 512"/>
              <a:gd name="T4" fmla="*/ 1048 w 1048"/>
              <a:gd name="T5" fmla="*/ 512 h 512"/>
              <a:gd name="T6" fmla="*/ 1048 w 1048"/>
              <a:gd name="T7" fmla="*/ 322 h 512"/>
              <a:gd name="T8" fmla="*/ 0 w 1048"/>
              <a:gd name="T9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2">
                <a:moveTo>
                  <a:pt x="0" y="0"/>
                </a:moveTo>
                <a:lnTo>
                  <a:pt x="0" y="190"/>
                </a:lnTo>
                <a:lnTo>
                  <a:pt x="1048" y="512"/>
                </a:lnTo>
                <a:lnTo>
                  <a:pt x="1048" y="32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5" name="Freeform 210">
            <a:extLst>
              <a:ext uri="{FF2B5EF4-FFF2-40B4-BE49-F238E27FC236}">
                <a16:creationId xmlns:a16="http://schemas.microsoft.com/office/drawing/2014/main" id="{2A623FD8-62F6-47C2-9360-FEE8F4B3B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895601"/>
            <a:ext cx="1663700" cy="811213"/>
          </a:xfrm>
          <a:custGeom>
            <a:avLst/>
            <a:gdLst>
              <a:gd name="T0" fmla="*/ 1048 w 1048"/>
              <a:gd name="T1" fmla="*/ 511 h 511"/>
              <a:gd name="T2" fmla="*/ 0 w 1048"/>
              <a:gd name="T3" fmla="*/ 190 h 511"/>
              <a:gd name="T4" fmla="*/ 0 w 1048"/>
              <a:gd name="T5" fmla="*/ 0 h 511"/>
              <a:gd name="T6" fmla="*/ 1048 w 1048"/>
              <a:gd name="T7" fmla="*/ 322 h 511"/>
              <a:gd name="T8" fmla="*/ 1048 w 1048"/>
              <a:gd name="T9" fmla="*/ 511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1048" y="511"/>
                </a:moveTo>
                <a:lnTo>
                  <a:pt x="0" y="190"/>
                </a:lnTo>
                <a:lnTo>
                  <a:pt x="0" y="0"/>
                </a:lnTo>
                <a:lnTo>
                  <a:pt x="1048" y="322"/>
                </a:lnTo>
                <a:lnTo>
                  <a:pt x="1048" y="51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6" name="Freeform 212">
            <a:extLst>
              <a:ext uri="{FF2B5EF4-FFF2-40B4-BE49-F238E27FC236}">
                <a16:creationId xmlns:a16="http://schemas.microsoft.com/office/drawing/2014/main" id="{CCE0649D-A617-4D5B-B81F-E3963E164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895601"/>
            <a:ext cx="1663700" cy="811213"/>
          </a:xfrm>
          <a:custGeom>
            <a:avLst/>
            <a:gdLst>
              <a:gd name="T0" fmla="*/ 0 w 1048"/>
              <a:gd name="T1" fmla="*/ 0 h 511"/>
              <a:gd name="T2" fmla="*/ 0 w 1048"/>
              <a:gd name="T3" fmla="*/ 190 h 511"/>
              <a:gd name="T4" fmla="*/ 1048 w 1048"/>
              <a:gd name="T5" fmla="*/ 511 h 511"/>
              <a:gd name="T6" fmla="*/ 1048 w 1048"/>
              <a:gd name="T7" fmla="*/ 322 h 511"/>
              <a:gd name="T8" fmla="*/ 0 w 1048"/>
              <a:gd name="T9" fmla="*/ 0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0" y="0"/>
                </a:moveTo>
                <a:lnTo>
                  <a:pt x="0" y="190"/>
                </a:lnTo>
                <a:lnTo>
                  <a:pt x="1048" y="511"/>
                </a:lnTo>
                <a:lnTo>
                  <a:pt x="1048" y="32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7" name="Freeform 214">
            <a:extLst>
              <a:ext uri="{FF2B5EF4-FFF2-40B4-BE49-F238E27FC236}">
                <a16:creationId xmlns:a16="http://schemas.microsoft.com/office/drawing/2014/main" id="{1654B33D-B43B-4931-AB8C-2178B0AEF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3406776"/>
            <a:ext cx="1663700" cy="811213"/>
          </a:xfrm>
          <a:custGeom>
            <a:avLst/>
            <a:gdLst>
              <a:gd name="T0" fmla="*/ 1048 w 1048"/>
              <a:gd name="T1" fmla="*/ 511 h 511"/>
              <a:gd name="T2" fmla="*/ 0 w 1048"/>
              <a:gd name="T3" fmla="*/ 189 h 511"/>
              <a:gd name="T4" fmla="*/ 0 w 1048"/>
              <a:gd name="T5" fmla="*/ 0 h 511"/>
              <a:gd name="T6" fmla="*/ 1048 w 1048"/>
              <a:gd name="T7" fmla="*/ 321 h 511"/>
              <a:gd name="T8" fmla="*/ 1048 w 1048"/>
              <a:gd name="T9" fmla="*/ 511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1048" y="511"/>
                </a:moveTo>
                <a:lnTo>
                  <a:pt x="0" y="189"/>
                </a:lnTo>
                <a:lnTo>
                  <a:pt x="0" y="0"/>
                </a:lnTo>
                <a:lnTo>
                  <a:pt x="1048" y="321"/>
                </a:lnTo>
                <a:lnTo>
                  <a:pt x="1048" y="51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8" name="Freeform 216">
            <a:extLst>
              <a:ext uri="{FF2B5EF4-FFF2-40B4-BE49-F238E27FC236}">
                <a16:creationId xmlns:a16="http://schemas.microsoft.com/office/drawing/2014/main" id="{72DF2CFA-7324-4A5C-9557-1FBB5D20B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3406776"/>
            <a:ext cx="1663700" cy="811213"/>
          </a:xfrm>
          <a:custGeom>
            <a:avLst/>
            <a:gdLst>
              <a:gd name="T0" fmla="*/ 0 w 1048"/>
              <a:gd name="T1" fmla="*/ 0 h 511"/>
              <a:gd name="T2" fmla="*/ 0 w 1048"/>
              <a:gd name="T3" fmla="*/ 189 h 511"/>
              <a:gd name="T4" fmla="*/ 1048 w 1048"/>
              <a:gd name="T5" fmla="*/ 511 h 511"/>
              <a:gd name="T6" fmla="*/ 1048 w 1048"/>
              <a:gd name="T7" fmla="*/ 321 h 511"/>
              <a:gd name="T8" fmla="*/ 0 w 1048"/>
              <a:gd name="T9" fmla="*/ 0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0" y="0"/>
                </a:moveTo>
                <a:lnTo>
                  <a:pt x="0" y="189"/>
                </a:lnTo>
                <a:lnTo>
                  <a:pt x="1048" y="511"/>
                </a:lnTo>
                <a:lnTo>
                  <a:pt x="1048" y="321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3" name="Rectangle 222">
            <a:extLst>
              <a:ext uri="{FF2B5EF4-FFF2-40B4-BE49-F238E27FC236}">
                <a16:creationId xmlns:a16="http://schemas.microsoft.com/office/drawing/2014/main" id="{3A451BB7-ED93-41F1-9A88-651F5E0BF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6" y="2895601"/>
            <a:ext cx="1663700" cy="301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24">
            <a:extLst>
              <a:ext uri="{FF2B5EF4-FFF2-40B4-BE49-F238E27FC236}">
                <a16:creationId xmlns:a16="http://schemas.microsoft.com/office/drawing/2014/main" id="{E5739F06-6F57-4F7F-B32F-4C6D8D703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6" y="3916363"/>
            <a:ext cx="16637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1" name="Rectangle 223">
            <a:extLst>
              <a:ext uri="{FF2B5EF4-FFF2-40B4-BE49-F238E27FC236}">
                <a16:creationId xmlns:a16="http://schemas.microsoft.com/office/drawing/2014/main" id="{6226163E-3E0C-4300-809D-5059CCA8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6" y="3406776"/>
            <a:ext cx="1663700" cy="300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6" name="Rectangle 221">
            <a:extLst>
              <a:ext uri="{FF2B5EF4-FFF2-40B4-BE49-F238E27FC236}">
                <a16:creationId xmlns:a16="http://schemas.microsoft.com/office/drawing/2014/main" id="{8E1FDEB8-DBFF-40D6-96BF-F6963EE97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6" y="2384426"/>
            <a:ext cx="1663700" cy="301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4" name="Freeform 246">
            <a:extLst>
              <a:ext uri="{FF2B5EF4-FFF2-40B4-BE49-F238E27FC236}">
                <a16:creationId xmlns:a16="http://schemas.microsoft.com/office/drawing/2014/main" id="{E3140B1E-F47C-4F2F-984E-1CA396E79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390776" y="4491038"/>
            <a:ext cx="1000125" cy="1154113"/>
          </a:xfrm>
          <a:custGeom>
            <a:avLst/>
            <a:gdLst>
              <a:gd name="T0" fmla="*/ 0 w 630"/>
              <a:gd name="T1" fmla="*/ 182 h 727"/>
              <a:gd name="T2" fmla="*/ 0 w 630"/>
              <a:gd name="T3" fmla="*/ 546 h 727"/>
              <a:gd name="T4" fmla="*/ 314 w 630"/>
              <a:gd name="T5" fmla="*/ 727 h 727"/>
              <a:gd name="T6" fmla="*/ 630 w 630"/>
              <a:gd name="T7" fmla="*/ 546 h 727"/>
              <a:gd name="T8" fmla="*/ 630 w 630"/>
              <a:gd name="T9" fmla="*/ 182 h 727"/>
              <a:gd name="T10" fmla="*/ 314 w 630"/>
              <a:gd name="T11" fmla="*/ 0 h 727"/>
              <a:gd name="T12" fmla="*/ 0 w 630"/>
              <a:gd name="T13" fmla="*/ 182 h 7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0" h="727">
                <a:moveTo>
                  <a:pt x="0" y="182"/>
                </a:moveTo>
                <a:lnTo>
                  <a:pt x="0" y="546"/>
                </a:lnTo>
                <a:lnTo>
                  <a:pt x="314" y="727"/>
                </a:lnTo>
                <a:lnTo>
                  <a:pt x="630" y="546"/>
                </a:lnTo>
                <a:lnTo>
                  <a:pt x="630" y="182"/>
                </a:lnTo>
                <a:lnTo>
                  <a:pt x="314" y="0"/>
                </a:lnTo>
                <a:lnTo>
                  <a:pt x="0" y="1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5" name="Freeform 247">
            <a:extLst>
              <a:ext uri="{FF2B5EF4-FFF2-40B4-BE49-F238E27FC236}">
                <a16:creationId xmlns:a16="http://schemas.microsoft.com/office/drawing/2014/main" id="{F92A2657-32AE-4649-A050-9DF351C8A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17826" y="5395913"/>
            <a:ext cx="1000125" cy="1157288"/>
          </a:xfrm>
          <a:custGeom>
            <a:avLst/>
            <a:gdLst>
              <a:gd name="T0" fmla="*/ 0 w 630"/>
              <a:gd name="T1" fmla="*/ 181 h 729"/>
              <a:gd name="T2" fmla="*/ 0 w 630"/>
              <a:gd name="T3" fmla="*/ 545 h 729"/>
              <a:gd name="T4" fmla="*/ 314 w 630"/>
              <a:gd name="T5" fmla="*/ 729 h 729"/>
              <a:gd name="T6" fmla="*/ 630 w 630"/>
              <a:gd name="T7" fmla="*/ 545 h 729"/>
              <a:gd name="T8" fmla="*/ 630 w 630"/>
              <a:gd name="T9" fmla="*/ 181 h 729"/>
              <a:gd name="T10" fmla="*/ 314 w 630"/>
              <a:gd name="T11" fmla="*/ 0 h 729"/>
              <a:gd name="T12" fmla="*/ 0 w 630"/>
              <a:gd name="T13" fmla="*/ 181 h 7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0" h="729">
                <a:moveTo>
                  <a:pt x="0" y="181"/>
                </a:moveTo>
                <a:lnTo>
                  <a:pt x="0" y="545"/>
                </a:lnTo>
                <a:lnTo>
                  <a:pt x="314" y="729"/>
                </a:lnTo>
                <a:lnTo>
                  <a:pt x="630" y="545"/>
                </a:lnTo>
                <a:lnTo>
                  <a:pt x="630" y="181"/>
                </a:lnTo>
                <a:lnTo>
                  <a:pt x="314" y="0"/>
                </a:lnTo>
                <a:lnTo>
                  <a:pt x="0" y="18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6" name="Freeform 248">
            <a:extLst>
              <a:ext uri="{FF2B5EF4-FFF2-40B4-BE49-F238E27FC236}">
                <a16:creationId xmlns:a16="http://schemas.microsoft.com/office/drawing/2014/main" id="{FE70168D-6ACE-453B-B065-19F453B51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444876" y="4491038"/>
            <a:ext cx="1000125" cy="1154113"/>
          </a:xfrm>
          <a:custGeom>
            <a:avLst/>
            <a:gdLst>
              <a:gd name="T0" fmla="*/ 0 w 630"/>
              <a:gd name="T1" fmla="*/ 182 h 727"/>
              <a:gd name="T2" fmla="*/ 0 w 630"/>
              <a:gd name="T3" fmla="*/ 546 h 727"/>
              <a:gd name="T4" fmla="*/ 314 w 630"/>
              <a:gd name="T5" fmla="*/ 727 h 727"/>
              <a:gd name="T6" fmla="*/ 630 w 630"/>
              <a:gd name="T7" fmla="*/ 546 h 727"/>
              <a:gd name="T8" fmla="*/ 630 w 630"/>
              <a:gd name="T9" fmla="*/ 182 h 727"/>
              <a:gd name="T10" fmla="*/ 314 w 630"/>
              <a:gd name="T11" fmla="*/ 0 h 727"/>
              <a:gd name="T12" fmla="*/ 0 w 630"/>
              <a:gd name="T13" fmla="*/ 182 h 7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0" h="727">
                <a:moveTo>
                  <a:pt x="0" y="182"/>
                </a:moveTo>
                <a:lnTo>
                  <a:pt x="0" y="546"/>
                </a:lnTo>
                <a:lnTo>
                  <a:pt x="314" y="727"/>
                </a:lnTo>
                <a:lnTo>
                  <a:pt x="630" y="546"/>
                </a:lnTo>
                <a:lnTo>
                  <a:pt x="630" y="182"/>
                </a:lnTo>
                <a:lnTo>
                  <a:pt x="314" y="0"/>
                </a:lnTo>
                <a:lnTo>
                  <a:pt x="0" y="1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7" name="Freeform 249">
            <a:extLst>
              <a:ext uri="{FF2B5EF4-FFF2-40B4-BE49-F238E27FC236}">
                <a16:creationId xmlns:a16="http://schemas.microsoft.com/office/drawing/2014/main" id="{4DDAD1B9-9023-4DB0-9BD2-A68FF976C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79676" y="4595813"/>
            <a:ext cx="822325" cy="947738"/>
          </a:xfrm>
          <a:custGeom>
            <a:avLst/>
            <a:gdLst>
              <a:gd name="T0" fmla="*/ 4 w 518"/>
              <a:gd name="T1" fmla="*/ 446 h 597"/>
              <a:gd name="T2" fmla="*/ 8 w 518"/>
              <a:gd name="T3" fmla="*/ 446 h 597"/>
              <a:gd name="T4" fmla="*/ 8 w 518"/>
              <a:gd name="T5" fmla="*/ 154 h 597"/>
              <a:gd name="T6" fmla="*/ 258 w 518"/>
              <a:gd name="T7" fmla="*/ 10 h 597"/>
              <a:gd name="T8" fmla="*/ 510 w 518"/>
              <a:gd name="T9" fmla="*/ 154 h 597"/>
              <a:gd name="T10" fmla="*/ 510 w 518"/>
              <a:gd name="T11" fmla="*/ 444 h 597"/>
              <a:gd name="T12" fmla="*/ 258 w 518"/>
              <a:gd name="T13" fmla="*/ 587 h 597"/>
              <a:gd name="T14" fmla="*/ 6 w 518"/>
              <a:gd name="T15" fmla="*/ 442 h 597"/>
              <a:gd name="T16" fmla="*/ 4 w 518"/>
              <a:gd name="T17" fmla="*/ 446 h 597"/>
              <a:gd name="T18" fmla="*/ 8 w 518"/>
              <a:gd name="T19" fmla="*/ 446 h 597"/>
              <a:gd name="T20" fmla="*/ 4 w 518"/>
              <a:gd name="T21" fmla="*/ 446 h 597"/>
              <a:gd name="T22" fmla="*/ 2 w 518"/>
              <a:gd name="T23" fmla="*/ 450 h 597"/>
              <a:gd name="T24" fmla="*/ 258 w 518"/>
              <a:gd name="T25" fmla="*/ 597 h 597"/>
              <a:gd name="T26" fmla="*/ 518 w 518"/>
              <a:gd name="T27" fmla="*/ 448 h 597"/>
              <a:gd name="T28" fmla="*/ 518 w 518"/>
              <a:gd name="T29" fmla="*/ 150 h 597"/>
              <a:gd name="T30" fmla="*/ 258 w 518"/>
              <a:gd name="T31" fmla="*/ 0 h 597"/>
              <a:gd name="T32" fmla="*/ 0 w 518"/>
              <a:gd name="T33" fmla="*/ 150 h 597"/>
              <a:gd name="T34" fmla="*/ 0 w 518"/>
              <a:gd name="T35" fmla="*/ 448 h 597"/>
              <a:gd name="T36" fmla="*/ 2 w 518"/>
              <a:gd name="T37" fmla="*/ 450 h 597"/>
              <a:gd name="T38" fmla="*/ 4 w 518"/>
              <a:gd name="T39" fmla="*/ 446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18" h="597">
                <a:moveTo>
                  <a:pt x="4" y="446"/>
                </a:moveTo>
                <a:lnTo>
                  <a:pt x="8" y="446"/>
                </a:lnTo>
                <a:lnTo>
                  <a:pt x="8" y="154"/>
                </a:lnTo>
                <a:lnTo>
                  <a:pt x="258" y="10"/>
                </a:lnTo>
                <a:lnTo>
                  <a:pt x="510" y="154"/>
                </a:lnTo>
                <a:lnTo>
                  <a:pt x="510" y="444"/>
                </a:lnTo>
                <a:lnTo>
                  <a:pt x="258" y="587"/>
                </a:lnTo>
                <a:lnTo>
                  <a:pt x="6" y="442"/>
                </a:lnTo>
                <a:lnTo>
                  <a:pt x="4" y="446"/>
                </a:lnTo>
                <a:lnTo>
                  <a:pt x="8" y="446"/>
                </a:lnTo>
                <a:lnTo>
                  <a:pt x="4" y="446"/>
                </a:lnTo>
                <a:lnTo>
                  <a:pt x="2" y="450"/>
                </a:lnTo>
                <a:lnTo>
                  <a:pt x="258" y="597"/>
                </a:lnTo>
                <a:lnTo>
                  <a:pt x="518" y="448"/>
                </a:lnTo>
                <a:lnTo>
                  <a:pt x="518" y="150"/>
                </a:lnTo>
                <a:lnTo>
                  <a:pt x="258" y="0"/>
                </a:lnTo>
                <a:lnTo>
                  <a:pt x="0" y="150"/>
                </a:lnTo>
                <a:lnTo>
                  <a:pt x="0" y="448"/>
                </a:lnTo>
                <a:lnTo>
                  <a:pt x="2" y="450"/>
                </a:lnTo>
                <a:lnTo>
                  <a:pt x="4" y="4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8" name="Freeform 250">
            <a:extLst>
              <a:ext uri="{FF2B5EF4-FFF2-40B4-BE49-F238E27FC236}">
                <a16:creationId xmlns:a16="http://schemas.microsoft.com/office/drawing/2014/main" id="{97DF0013-BD9C-4BC9-B7F8-2B69343D6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006726" y="5500688"/>
            <a:ext cx="822325" cy="947738"/>
          </a:xfrm>
          <a:custGeom>
            <a:avLst/>
            <a:gdLst>
              <a:gd name="T0" fmla="*/ 4 w 518"/>
              <a:gd name="T1" fmla="*/ 445 h 597"/>
              <a:gd name="T2" fmla="*/ 8 w 518"/>
              <a:gd name="T3" fmla="*/ 445 h 597"/>
              <a:gd name="T4" fmla="*/ 8 w 518"/>
              <a:gd name="T5" fmla="*/ 153 h 597"/>
              <a:gd name="T6" fmla="*/ 258 w 518"/>
              <a:gd name="T7" fmla="*/ 10 h 597"/>
              <a:gd name="T8" fmla="*/ 510 w 518"/>
              <a:gd name="T9" fmla="*/ 153 h 597"/>
              <a:gd name="T10" fmla="*/ 510 w 518"/>
              <a:gd name="T11" fmla="*/ 443 h 597"/>
              <a:gd name="T12" fmla="*/ 258 w 518"/>
              <a:gd name="T13" fmla="*/ 587 h 597"/>
              <a:gd name="T14" fmla="*/ 6 w 518"/>
              <a:gd name="T15" fmla="*/ 441 h 597"/>
              <a:gd name="T16" fmla="*/ 4 w 518"/>
              <a:gd name="T17" fmla="*/ 445 h 597"/>
              <a:gd name="T18" fmla="*/ 8 w 518"/>
              <a:gd name="T19" fmla="*/ 445 h 597"/>
              <a:gd name="T20" fmla="*/ 4 w 518"/>
              <a:gd name="T21" fmla="*/ 445 h 597"/>
              <a:gd name="T22" fmla="*/ 2 w 518"/>
              <a:gd name="T23" fmla="*/ 449 h 597"/>
              <a:gd name="T24" fmla="*/ 258 w 518"/>
              <a:gd name="T25" fmla="*/ 597 h 597"/>
              <a:gd name="T26" fmla="*/ 518 w 518"/>
              <a:gd name="T27" fmla="*/ 447 h 597"/>
              <a:gd name="T28" fmla="*/ 518 w 518"/>
              <a:gd name="T29" fmla="*/ 149 h 597"/>
              <a:gd name="T30" fmla="*/ 258 w 518"/>
              <a:gd name="T31" fmla="*/ 0 h 597"/>
              <a:gd name="T32" fmla="*/ 0 w 518"/>
              <a:gd name="T33" fmla="*/ 149 h 597"/>
              <a:gd name="T34" fmla="*/ 0 w 518"/>
              <a:gd name="T35" fmla="*/ 447 h 597"/>
              <a:gd name="T36" fmla="*/ 2 w 518"/>
              <a:gd name="T37" fmla="*/ 449 h 597"/>
              <a:gd name="T38" fmla="*/ 4 w 518"/>
              <a:gd name="T39" fmla="*/ 445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18" h="597">
                <a:moveTo>
                  <a:pt x="4" y="445"/>
                </a:moveTo>
                <a:lnTo>
                  <a:pt x="8" y="445"/>
                </a:lnTo>
                <a:lnTo>
                  <a:pt x="8" y="153"/>
                </a:lnTo>
                <a:lnTo>
                  <a:pt x="258" y="10"/>
                </a:lnTo>
                <a:lnTo>
                  <a:pt x="510" y="153"/>
                </a:lnTo>
                <a:lnTo>
                  <a:pt x="510" y="443"/>
                </a:lnTo>
                <a:lnTo>
                  <a:pt x="258" y="587"/>
                </a:lnTo>
                <a:lnTo>
                  <a:pt x="6" y="441"/>
                </a:lnTo>
                <a:lnTo>
                  <a:pt x="4" y="445"/>
                </a:lnTo>
                <a:lnTo>
                  <a:pt x="8" y="445"/>
                </a:lnTo>
                <a:lnTo>
                  <a:pt x="4" y="445"/>
                </a:lnTo>
                <a:lnTo>
                  <a:pt x="2" y="449"/>
                </a:lnTo>
                <a:lnTo>
                  <a:pt x="258" y="597"/>
                </a:lnTo>
                <a:lnTo>
                  <a:pt x="518" y="447"/>
                </a:lnTo>
                <a:lnTo>
                  <a:pt x="518" y="149"/>
                </a:lnTo>
                <a:lnTo>
                  <a:pt x="258" y="0"/>
                </a:lnTo>
                <a:lnTo>
                  <a:pt x="0" y="149"/>
                </a:lnTo>
                <a:lnTo>
                  <a:pt x="0" y="447"/>
                </a:lnTo>
                <a:lnTo>
                  <a:pt x="2" y="449"/>
                </a:lnTo>
                <a:lnTo>
                  <a:pt x="4" y="4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9" name="Freeform 251">
            <a:extLst>
              <a:ext uri="{FF2B5EF4-FFF2-40B4-BE49-F238E27FC236}">
                <a16:creationId xmlns:a16="http://schemas.microsoft.com/office/drawing/2014/main" id="{648BB34A-F05C-4D02-88F3-34A23AED3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33776" y="4595813"/>
            <a:ext cx="822325" cy="947738"/>
          </a:xfrm>
          <a:custGeom>
            <a:avLst/>
            <a:gdLst>
              <a:gd name="T0" fmla="*/ 4 w 518"/>
              <a:gd name="T1" fmla="*/ 446 h 597"/>
              <a:gd name="T2" fmla="*/ 8 w 518"/>
              <a:gd name="T3" fmla="*/ 446 h 597"/>
              <a:gd name="T4" fmla="*/ 8 w 518"/>
              <a:gd name="T5" fmla="*/ 154 h 597"/>
              <a:gd name="T6" fmla="*/ 258 w 518"/>
              <a:gd name="T7" fmla="*/ 10 h 597"/>
              <a:gd name="T8" fmla="*/ 510 w 518"/>
              <a:gd name="T9" fmla="*/ 154 h 597"/>
              <a:gd name="T10" fmla="*/ 510 w 518"/>
              <a:gd name="T11" fmla="*/ 444 h 597"/>
              <a:gd name="T12" fmla="*/ 258 w 518"/>
              <a:gd name="T13" fmla="*/ 587 h 597"/>
              <a:gd name="T14" fmla="*/ 6 w 518"/>
              <a:gd name="T15" fmla="*/ 442 h 597"/>
              <a:gd name="T16" fmla="*/ 4 w 518"/>
              <a:gd name="T17" fmla="*/ 446 h 597"/>
              <a:gd name="T18" fmla="*/ 8 w 518"/>
              <a:gd name="T19" fmla="*/ 446 h 597"/>
              <a:gd name="T20" fmla="*/ 4 w 518"/>
              <a:gd name="T21" fmla="*/ 446 h 597"/>
              <a:gd name="T22" fmla="*/ 2 w 518"/>
              <a:gd name="T23" fmla="*/ 450 h 597"/>
              <a:gd name="T24" fmla="*/ 258 w 518"/>
              <a:gd name="T25" fmla="*/ 597 h 597"/>
              <a:gd name="T26" fmla="*/ 518 w 518"/>
              <a:gd name="T27" fmla="*/ 448 h 597"/>
              <a:gd name="T28" fmla="*/ 518 w 518"/>
              <a:gd name="T29" fmla="*/ 150 h 597"/>
              <a:gd name="T30" fmla="*/ 258 w 518"/>
              <a:gd name="T31" fmla="*/ 0 h 597"/>
              <a:gd name="T32" fmla="*/ 0 w 518"/>
              <a:gd name="T33" fmla="*/ 150 h 597"/>
              <a:gd name="T34" fmla="*/ 0 w 518"/>
              <a:gd name="T35" fmla="*/ 448 h 597"/>
              <a:gd name="T36" fmla="*/ 2 w 518"/>
              <a:gd name="T37" fmla="*/ 450 h 597"/>
              <a:gd name="T38" fmla="*/ 4 w 518"/>
              <a:gd name="T39" fmla="*/ 446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18" h="597">
                <a:moveTo>
                  <a:pt x="4" y="446"/>
                </a:moveTo>
                <a:lnTo>
                  <a:pt x="8" y="446"/>
                </a:lnTo>
                <a:lnTo>
                  <a:pt x="8" y="154"/>
                </a:lnTo>
                <a:lnTo>
                  <a:pt x="258" y="10"/>
                </a:lnTo>
                <a:lnTo>
                  <a:pt x="510" y="154"/>
                </a:lnTo>
                <a:lnTo>
                  <a:pt x="510" y="444"/>
                </a:lnTo>
                <a:lnTo>
                  <a:pt x="258" y="587"/>
                </a:lnTo>
                <a:lnTo>
                  <a:pt x="6" y="442"/>
                </a:lnTo>
                <a:lnTo>
                  <a:pt x="4" y="446"/>
                </a:lnTo>
                <a:lnTo>
                  <a:pt x="8" y="446"/>
                </a:lnTo>
                <a:lnTo>
                  <a:pt x="4" y="446"/>
                </a:lnTo>
                <a:lnTo>
                  <a:pt x="2" y="450"/>
                </a:lnTo>
                <a:lnTo>
                  <a:pt x="258" y="597"/>
                </a:lnTo>
                <a:lnTo>
                  <a:pt x="518" y="448"/>
                </a:lnTo>
                <a:lnTo>
                  <a:pt x="518" y="150"/>
                </a:lnTo>
                <a:lnTo>
                  <a:pt x="258" y="0"/>
                </a:lnTo>
                <a:lnTo>
                  <a:pt x="0" y="150"/>
                </a:lnTo>
                <a:lnTo>
                  <a:pt x="0" y="448"/>
                </a:lnTo>
                <a:lnTo>
                  <a:pt x="2" y="450"/>
                </a:lnTo>
                <a:lnTo>
                  <a:pt x="4" y="4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0" name="Freeform 252">
            <a:extLst>
              <a:ext uri="{FF2B5EF4-FFF2-40B4-BE49-F238E27FC236}">
                <a16:creationId xmlns:a16="http://schemas.microsoft.com/office/drawing/2014/main" id="{07674523-3C81-4B0A-9CB3-7A9B36B33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6873876"/>
            <a:ext cx="476250" cy="1849438"/>
          </a:xfrm>
          <a:custGeom>
            <a:avLst/>
            <a:gdLst>
              <a:gd name="T0" fmla="*/ 0 w 300"/>
              <a:gd name="T1" fmla="*/ 1165 h 1165"/>
              <a:gd name="T2" fmla="*/ 0 w 300"/>
              <a:gd name="T3" fmla="*/ 0 h 1165"/>
              <a:gd name="T4" fmla="*/ 300 w 300"/>
              <a:gd name="T5" fmla="*/ 300 h 1165"/>
              <a:gd name="T6" fmla="*/ 300 w 300"/>
              <a:gd name="T7" fmla="*/ 863 h 1165"/>
              <a:gd name="T8" fmla="*/ 0 w 300"/>
              <a:gd name="T9" fmla="*/ 116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165">
                <a:moveTo>
                  <a:pt x="0" y="1165"/>
                </a:moveTo>
                <a:lnTo>
                  <a:pt x="0" y="0"/>
                </a:lnTo>
                <a:lnTo>
                  <a:pt x="300" y="300"/>
                </a:lnTo>
                <a:lnTo>
                  <a:pt x="300" y="863"/>
                </a:lnTo>
                <a:lnTo>
                  <a:pt x="0" y="116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1" name="Freeform 253">
            <a:extLst>
              <a:ext uri="{FF2B5EF4-FFF2-40B4-BE49-F238E27FC236}">
                <a16:creationId xmlns:a16="http://schemas.microsoft.com/office/drawing/2014/main" id="{86C51085-01B5-4529-AA39-723E34A6F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6873876"/>
            <a:ext cx="476250" cy="1849438"/>
          </a:xfrm>
          <a:custGeom>
            <a:avLst/>
            <a:gdLst>
              <a:gd name="T0" fmla="*/ 0 w 300"/>
              <a:gd name="T1" fmla="*/ 1165 h 1165"/>
              <a:gd name="T2" fmla="*/ 0 w 300"/>
              <a:gd name="T3" fmla="*/ 0 h 1165"/>
              <a:gd name="T4" fmla="*/ 300 w 300"/>
              <a:gd name="T5" fmla="*/ 300 h 1165"/>
              <a:gd name="T6" fmla="*/ 300 w 300"/>
              <a:gd name="T7" fmla="*/ 863 h 1165"/>
              <a:gd name="T8" fmla="*/ 0 w 300"/>
              <a:gd name="T9" fmla="*/ 116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165">
                <a:moveTo>
                  <a:pt x="0" y="1165"/>
                </a:moveTo>
                <a:lnTo>
                  <a:pt x="0" y="0"/>
                </a:lnTo>
                <a:lnTo>
                  <a:pt x="300" y="300"/>
                </a:lnTo>
                <a:lnTo>
                  <a:pt x="300" y="863"/>
                </a:lnTo>
                <a:lnTo>
                  <a:pt x="0" y="1165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2" name="Freeform 254">
            <a:extLst>
              <a:ext uri="{FF2B5EF4-FFF2-40B4-BE49-F238E27FC236}">
                <a16:creationId xmlns:a16="http://schemas.microsoft.com/office/drawing/2014/main" id="{FAB98CD4-4568-4389-B7DB-27A3B0BFF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6873876"/>
            <a:ext cx="1851025" cy="476250"/>
          </a:xfrm>
          <a:custGeom>
            <a:avLst/>
            <a:gdLst>
              <a:gd name="T0" fmla="*/ 1166 w 1166"/>
              <a:gd name="T1" fmla="*/ 300 h 300"/>
              <a:gd name="T2" fmla="*/ 0 w 1166"/>
              <a:gd name="T3" fmla="*/ 300 h 300"/>
              <a:gd name="T4" fmla="*/ 300 w 1166"/>
              <a:gd name="T5" fmla="*/ 0 h 300"/>
              <a:gd name="T6" fmla="*/ 866 w 1166"/>
              <a:gd name="T7" fmla="*/ 0 h 300"/>
              <a:gd name="T8" fmla="*/ 1166 w 1166"/>
              <a:gd name="T9" fmla="*/ 30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6" h="300">
                <a:moveTo>
                  <a:pt x="1166" y="300"/>
                </a:moveTo>
                <a:lnTo>
                  <a:pt x="0" y="300"/>
                </a:lnTo>
                <a:lnTo>
                  <a:pt x="300" y="0"/>
                </a:lnTo>
                <a:lnTo>
                  <a:pt x="866" y="0"/>
                </a:lnTo>
                <a:lnTo>
                  <a:pt x="1166" y="3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3" name="Freeform 255">
            <a:extLst>
              <a:ext uri="{FF2B5EF4-FFF2-40B4-BE49-F238E27FC236}">
                <a16:creationId xmlns:a16="http://schemas.microsoft.com/office/drawing/2014/main" id="{4857D8DF-ECF2-4A12-8D5F-4D42D946B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6873876"/>
            <a:ext cx="1851025" cy="476250"/>
          </a:xfrm>
          <a:custGeom>
            <a:avLst/>
            <a:gdLst>
              <a:gd name="T0" fmla="*/ 1166 w 1166"/>
              <a:gd name="T1" fmla="*/ 300 h 300"/>
              <a:gd name="T2" fmla="*/ 0 w 1166"/>
              <a:gd name="T3" fmla="*/ 300 h 300"/>
              <a:gd name="T4" fmla="*/ 300 w 1166"/>
              <a:gd name="T5" fmla="*/ 0 h 300"/>
              <a:gd name="T6" fmla="*/ 866 w 1166"/>
              <a:gd name="T7" fmla="*/ 0 h 300"/>
              <a:gd name="T8" fmla="*/ 1166 w 1166"/>
              <a:gd name="T9" fmla="*/ 30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6" h="300">
                <a:moveTo>
                  <a:pt x="1166" y="300"/>
                </a:moveTo>
                <a:lnTo>
                  <a:pt x="0" y="300"/>
                </a:lnTo>
                <a:lnTo>
                  <a:pt x="300" y="0"/>
                </a:lnTo>
                <a:lnTo>
                  <a:pt x="866" y="0"/>
                </a:lnTo>
                <a:lnTo>
                  <a:pt x="1166" y="30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4" name="Freeform 256">
            <a:extLst>
              <a:ext uri="{FF2B5EF4-FFF2-40B4-BE49-F238E27FC236}">
                <a16:creationId xmlns:a16="http://schemas.microsoft.com/office/drawing/2014/main" id="{4EC1C637-A68D-4A65-8A03-B135A1C6D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6873876"/>
            <a:ext cx="476250" cy="1849438"/>
          </a:xfrm>
          <a:custGeom>
            <a:avLst/>
            <a:gdLst>
              <a:gd name="T0" fmla="*/ 0 w 300"/>
              <a:gd name="T1" fmla="*/ 863 h 1165"/>
              <a:gd name="T2" fmla="*/ 0 w 300"/>
              <a:gd name="T3" fmla="*/ 280 h 1165"/>
              <a:gd name="T4" fmla="*/ 300 w 300"/>
              <a:gd name="T5" fmla="*/ 0 h 1165"/>
              <a:gd name="T6" fmla="*/ 300 w 300"/>
              <a:gd name="T7" fmla="*/ 1165 h 1165"/>
              <a:gd name="T8" fmla="*/ 0 w 300"/>
              <a:gd name="T9" fmla="*/ 863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165">
                <a:moveTo>
                  <a:pt x="0" y="863"/>
                </a:moveTo>
                <a:lnTo>
                  <a:pt x="0" y="280"/>
                </a:lnTo>
                <a:lnTo>
                  <a:pt x="300" y="0"/>
                </a:lnTo>
                <a:lnTo>
                  <a:pt x="300" y="1165"/>
                </a:lnTo>
                <a:lnTo>
                  <a:pt x="0" y="86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5" name="Freeform 257">
            <a:extLst>
              <a:ext uri="{FF2B5EF4-FFF2-40B4-BE49-F238E27FC236}">
                <a16:creationId xmlns:a16="http://schemas.microsoft.com/office/drawing/2014/main" id="{E26A710A-DE09-4EB2-9EA5-32E795E8F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6873876"/>
            <a:ext cx="476250" cy="1849438"/>
          </a:xfrm>
          <a:custGeom>
            <a:avLst/>
            <a:gdLst>
              <a:gd name="T0" fmla="*/ 0 w 300"/>
              <a:gd name="T1" fmla="*/ 863 h 1165"/>
              <a:gd name="T2" fmla="*/ 0 w 300"/>
              <a:gd name="T3" fmla="*/ 280 h 1165"/>
              <a:gd name="T4" fmla="*/ 300 w 300"/>
              <a:gd name="T5" fmla="*/ 0 h 1165"/>
              <a:gd name="T6" fmla="*/ 300 w 300"/>
              <a:gd name="T7" fmla="*/ 1165 h 1165"/>
              <a:gd name="T8" fmla="*/ 0 w 300"/>
              <a:gd name="T9" fmla="*/ 863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165">
                <a:moveTo>
                  <a:pt x="0" y="863"/>
                </a:moveTo>
                <a:lnTo>
                  <a:pt x="0" y="280"/>
                </a:lnTo>
                <a:lnTo>
                  <a:pt x="300" y="0"/>
                </a:lnTo>
                <a:lnTo>
                  <a:pt x="300" y="1165"/>
                </a:lnTo>
                <a:lnTo>
                  <a:pt x="0" y="86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6" name="Freeform 258">
            <a:extLst>
              <a:ext uri="{FF2B5EF4-FFF2-40B4-BE49-F238E27FC236}">
                <a16:creationId xmlns:a16="http://schemas.microsoft.com/office/drawing/2014/main" id="{7A7E53D2-8EAC-4633-8C0F-9DBC48069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243888"/>
            <a:ext cx="1374775" cy="479425"/>
          </a:xfrm>
          <a:custGeom>
            <a:avLst/>
            <a:gdLst>
              <a:gd name="T0" fmla="*/ 866 w 866"/>
              <a:gd name="T1" fmla="*/ 302 h 302"/>
              <a:gd name="T2" fmla="*/ 300 w 866"/>
              <a:gd name="T3" fmla="*/ 302 h 302"/>
              <a:gd name="T4" fmla="*/ 0 w 866"/>
              <a:gd name="T5" fmla="*/ 0 h 302"/>
              <a:gd name="T6" fmla="*/ 866 w 866"/>
              <a:gd name="T7" fmla="*/ 0 h 302"/>
              <a:gd name="T8" fmla="*/ 866 w 866"/>
              <a:gd name="T9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66" h="302">
                <a:moveTo>
                  <a:pt x="866" y="302"/>
                </a:moveTo>
                <a:lnTo>
                  <a:pt x="300" y="302"/>
                </a:lnTo>
                <a:lnTo>
                  <a:pt x="0" y="0"/>
                </a:lnTo>
                <a:lnTo>
                  <a:pt x="866" y="0"/>
                </a:lnTo>
                <a:lnTo>
                  <a:pt x="866" y="3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7" name="Freeform 259">
            <a:extLst>
              <a:ext uri="{FF2B5EF4-FFF2-40B4-BE49-F238E27FC236}">
                <a16:creationId xmlns:a16="http://schemas.microsoft.com/office/drawing/2014/main" id="{0BD1B5E1-73A5-4D47-9D88-80A51A2A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243888"/>
            <a:ext cx="1374775" cy="479425"/>
          </a:xfrm>
          <a:custGeom>
            <a:avLst/>
            <a:gdLst>
              <a:gd name="T0" fmla="*/ 866 w 866"/>
              <a:gd name="T1" fmla="*/ 302 h 302"/>
              <a:gd name="T2" fmla="*/ 300 w 866"/>
              <a:gd name="T3" fmla="*/ 302 h 302"/>
              <a:gd name="T4" fmla="*/ 0 w 866"/>
              <a:gd name="T5" fmla="*/ 0 h 302"/>
              <a:gd name="T6" fmla="*/ 866 w 866"/>
              <a:gd name="T7" fmla="*/ 0 h 302"/>
              <a:gd name="T8" fmla="*/ 866 w 866"/>
              <a:gd name="T9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66" h="302">
                <a:moveTo>
                  <a:pt x="866" y="302"/>
                </a:moveTo>
                <a:lnTo>
                  <a:pt x="300" y="302"/>
                </a:lnTo>
                <a:lnTo>
                  <a:pt x="0" y="0"/>
                </a:lnTo>
                <a:lnTo>
                  <a:pt x="866" y="0"/>
                </a:lnTo>
                <a:lnTo>
                  <a:pt x="866" y="30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8" name="Freeform 260">
            <a:extLst>
              <a:ext uri="{FF2B5EF4-FFF2-40B4-BE49-F238E27FC236}">
                <a16:creationId xmlns:a16="http://schemas.microsoft.com/office/drawing/2014/main" id="{A2B12559-16A2-4F83-B01E-1052D5A47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71801" y="6873876"/>
            <a:ext cx="234950" cy="476250"/>
          </a:xfrm>
          <a:custGeom>
            <a:avLst/>
            <a:gdLst>
              <a:gd name="T0" fmla="*/ 58 w 148"/>
              <a:gd name="T1" fmla="*/ 0 h 300"/>
              <a:gd name="T2" fmla="*/ 0 w 148"/>
              <a:gd name="T3" fmla="*/ 0 h 300"/>
              <a:gd name="T4" fmla="*/ 0 w 148"/>
              <a:gd name="T5" fmla="*/ 300 h 300"/>
              <a:gd name="T6" fmla="*/ 148 w 148"/>
              <a:gd name="T7" fmla="*/ 300 h 300"/>
              <a:gd name="T8" fmla="*/ 58 w 148"/>
              <a:gd name="T9" fmla="*/ 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" h="300">
                <a:moveTo>
                  <a:pt x="58" y="0"/>
                </a:moveTo>
                <a:lnTo>
                  <a:pt x="0" y="0"/>
                </a:lnTo>
                <a:lnTo>
                  <a:pt x="0" y="300"/>
                </a:lnTo>
                <a:lnTo>
                  <a:pt x="148" y="300"/>
                </a:lnTo>
                <a:lnTo>
                  <a:pt x="5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9" name="Freeform 261">
            <a:extLst>
              <a:ext uri="{FF2B5EF4-FFF2-40B4-BE49-F238E27FC236}">
                <a16:creationId xmlns:a16="http://schemas.microsoft.com/office/drawing/2014/main" id="{A3C48440-DBF5-4CB3-A11E-2570B0B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71801" y="6873876"/>
            <a:ext cx="234950" cy="476250"/>
          </a:xfrm>
          <a:custGeom>
            <a:avLst/>
            <a:gdLst>
              <a:gd name="T0" fmla="*/ 58 w 148"/>
              <a:gd name="T1" fmla="*/ 0 h 300"/>
              <a:gd name="T2" fmla="*/ 0 w 148"/>
              <a:gd name="T3" fmla="*/ 0 h 300"/>
              <a:gd name="T4" fmla="*/ 0 w 148"/>
              <a:gd name="T5" fmla="*/ 300 h 300"/>
              <a:gd name="T6" fmla="*/ 148 w 148"/>
              <a:gd name="T7" fmla="*/ 300 h 300"/>
              <a:gd name="T8" fmla="*/ 58 w 148"/>
              <a:gd name="T9" fmla="*/ 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" h="300">
                <a:moveTo>
                  <a:pt x="58" y="0"/>
                </a:moveTo>
                <a:lnTo>
                  <a:pt x="0" y="0"/>
                </a:lnTo>
                <a:lnTo>
                  <a:pt x="0" y="300"/>
                </a:lnTo>
                <a:lnTo>
                  <a:pt x="148" y="300"/>
                </a:lnTo>
                <a:lnTo>
                  <a:pt x="5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0" name="Rectangle 262">
            <a:extLst>
              <a:ext uri="{FF2B5EF4-FFF2-40B4-BE49-F238E27FC236}">
                <a16:creationId xmlns:a16="http://schemas.microsoft.com/office/drawing/2014/main" id="{2C796026-2492-41BB-A70D-DEE9D2A6F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326" y="8723313"/>
            <a:ext cx="1588" cy="1588"/>
          </a:xfrm>
          <a:prstGeom prst="rect">
            <a:avLst/>
          </a:pr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1" name="Freeform 263">
            <a:extLst>
              <a:ext uri="{FF2B5EF4-FFF2-40B4-BE49-F238E27FC236}">
                <a16:creationId xmlns:a16="http://schemas.microsoft.com/office/drawing/2014/main" id="{5F22F09D-178A-4A31-A47D-0145BA7C6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87233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2" name="Freeform 264">
            <a:extLst>
              <a:ext uri="{FF2B5EF4-FFF2-40B4-BE49-F238E27FC236}">
                <a16:creationId xmlns:a16="http://schemas.microsoft.com/office/drawing/2014/main" id="{31CA711D-F7C4-464B-9450-2240C397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8243888"/>
            <a:ext cx="0" cy="479425"/>
          </a:xfrm>
          <a:custGeom>
            <a:avLst/>
            <a:gdLst>
              <a:gd name="T0" fmla="*/ 0 h 302"/>
              <a:gd name="T1" fmla="*/ 0 h 302"/>
              <a:gd name="T2" fmla="*/ 0 h 302"/>
              <a:gd name="T3" fmla="*/ 302 h 302"/>
              <a:gd name="T4" fmla="*/ 302 h 302"/>
              <a:gd name="T5" fmla="*/ 0 h 30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</a:cxnLst>
            <a:rect l="0" t="0" r="r" b="b"/>
            <a:pathLst>
              <a:path h="302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302"/>
                </a:lnTo>
                <a:lnTo>
                  <a:pt x="0" y="302"/>
                </a:lnTo>
                <a:lnTo>
                  <a:pt x="0" y="0"/>
                </a:lnTo>
                <a:close/>
              </a:path>
            </a:pathLst>
          </a:custGeom>
          <a:solidFill>
            <a:srgbClr val="00A2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3" name="Freeform 265">
            <a:extLst>
              <a:ext uri="{FF2B5EF4-FFF2-40B4-BE49-F238E27FC236}">
                <a16:creationId xmlns:a16="http://schemas.microsoft.com/office/drawing/2014/main" id="{923892F0-D51E-47F2-AE2E-8DEBD998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8243888"/>
            <a:ext cx="0" cy="479425"/>
          </a:xfrm>
          <a:custGeom>
            <a:avLst/>
            <a:gdLst>
              <a:gd name="T0" fmla="*/ 0 h 302"/>
              <a:gd name="T1" fmla="*/ 0 h 302"/>
              <a:gd name="T2" fmla="*/ 0 h 302"/>
              <a:gd name="T3" fmla="*/ 302 h 302"/>
              <a:gd name="T4" fmla="*/ 302 h 302"/>
              <a:gd name="T5" fmla="*/ 0 h 30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</a:cxnLst>
            <a:rect l="0" t="0" r="r" b="b"/>
            <a:pathLst>
              <a:path h="302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302"/>
                </a:lnTo>
                <a:lnTo>
                  <a:pt x="0" y="30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4" name="Freeform 266">
            <a:extLst>
              <a:ext uri="{FF2B5EF4-FFF2-40B4-BE49-F238E27FC236}">
                <a16:creationId xmlns:a16="http://schemas.microsoft.com/office/drawing/2014/main" id="{7F7FB021-B955-44BA-9261-CFDDB0DCC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635376" y="8243888"/>
            <a:ext cx="234950" cy="479425"/>
          </a:xfrm>
          <a:custGeom>
            <a:avLst/>
            <a:gdLst>
              <a:gd name="T0" fmla="*/ 148 w 148"/>
              <a:gd name="T1" fmla="*/ 0 h 302"/>
              <a:gd name="T2" fmla="*/ 148 w 148"/>
              <a:gd name="T3" fmla="*/ 0 h 302"/>
              <a:gd name="T4" fmla="*/ 0 w 148"/>
              <a:gd name="T5" fmla="*/ 0 h 302"/>
              <a:gd name="T6" fmla="*/ 90 w 148"/>
              <a:gd name="T7" fmla="*/ 302 h 302"/>
              <a:gd name="T8" fmla="*/ 148 w 148"/>
              <a:gd name="T9" fmla="*/ 302 h 302"/>
              <a:gd name="T10" fmla="*/ 148 w 148"/>
              <a:gd name="T11" fmla="*/ 0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8" h="302">
                <a:moveTo>
                  <a:pt x="148" y="0"/>
                </a:moveTo>
                <a:lnTo>
                  <a:pt x="148" y="0"/>
                </a:lnTo>
                <a:lnTo>
                  <a:pt x="0" y="0"/>
                </a:lnTo>
                <a:lnTo>
                  <a:pt x="90" y="302"/>
                </a:lnTo>
                <a:lnTo>
                  <a:pt x="148" y="302"/>
                </a:lnTo>
                <a:lnTo>
                  <a:pt x="14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5" name="Freeform 267">
            <a:extLst>
              <a:ext uri="{FF2B5EF4-FFF2-40B4-BE49-F238E27FC236}">
                <a16:creationId xmlns:a16="http://schemas.microsoft.com/office/drawing/2014/main" id="{B603B8EE-1CBE-49B2-AB15-B6AA9F757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635376" y="8243888"/>
            <a:ext cx="234950" cy="479425"/>
          </a:xfrm>
          <a:custGeom>
            <a:avLst/>
            <a:gdLst>
              <a:gd name="T0" fmla="*/ 148 w 148"/>
              <a:gd name="T1" fmla="*/ 0 h 302"/>
              <a:gd name="T2" fmla="*/ 148 w 148"/>
              <a:gd name="T3" fmla="*/ 0 h 302"/>
              <a:gd name="T4" fmla="*/ 0 w 148"/>
              <a:gd name="T5" fmla="*/ 0 h 302"/>
              <a:gd name="T6" fmla="*/ 90 w 148"/>
              <a:gd name="T7" fmla="*/ 302 h 302"/>
              <a:gd name="T8" fmla="*/ 148 w 148"/>
              <a:gd name="T9" fmla="*/ 302 h 302"/>
              <a:gd name="T10" fmla="*/ 148 w 148"/>
              <a:gd name="T11" fmla="*/ 0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8" h="302">
                <a:moveTo>
                  <a:pt x="148" y="0"/>
                </a:moveTo>
                <a:lnTo>
                  <a:pt x="148" y="0"/>
                </a:lnTo>
                <a:lnTo>
                  <a:pt x="0" y="0"/>
                </a:lnTo>
                <a:lnTo>
                  <a:pt x="90" y="302"/>
                </a:lnTo>
                <a:lnTo>
                  <a:pt x="148" y="302"/>
                </a:lnTo>
                <a:lnTo>
                  <a:pt x="14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8" name="Freeform 270">
            <a:extLst>
              <a:ext uri="{FF2B5EF4-FFF2-40B4-BE49-F238E27FC236}">
                <a16:creationId xmlns:a16="http://schemas.microsoft.com/office/drawing/2014/main" id="{F5CE7759-C0D2-4740-A360-8EA1AC9CF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7350126"/>
            <a:ext cx="476250" cy="234950"/>
          </a:xfrm>
          <a:custGeom>
            <a:avLst/>
            <a:gdLst>
              <a:gd name="T0" fmla="*/ 300 w 300"/>
              <a:gd name="T1" fmla="*/ 0 h 148"/>
              <a:gd name="T2" fmla="*/ 0 w 300"/>
              <a:gd name="T3" fmla="*/ 0 h 148"/>
              <a:gd name="T4" fmla="*/ 0 w 300"/>
              <a:gd name="T5" fmla="*/ 148 h 148"/>
              <a:gd name="T6" fmla="*/ 300 w 300"/>
              <a:gd name="T7" fmla="*/ 58 h 148"/>
              <a:gd name="T8" fmla="*/ 300 w 300"/>
              <a:gd name="T9" fmla="*/ 0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48">
                <a:moveTo>
                  <a:pt x="300" y="0"/>
                </a:moveTo>
                <a:lnTo>
                  <a:pt x="0" y="0"/>
                </a:lnTo>
                <a:lnTo>
                  <a:pt x="0" y="148"/>
                </a:lnTo>
                <a:lnTo>
                  <a:pt x="300" y="58"/>
                </a:lnTo>
                <a:lnTo>
                  <a:pt x="30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9" name="Freeform 271">
            <a:extLst>
              <a:ext uri="{FF2B5EF4-FFF2-40B4-BE49-F238E27FC236}">
                <a16:creationId xmlns:a16="http://schemas.microsoft.com/office/drawing/2014/main" id="{8C8439BE-6513-4C3A-876A-02030BD5F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7350126"/>
            <a:ext cx="476250" cy="234950"/>
          </a:xfrm>
          <a:custGeom>
            <a:avLst/>
            <a:gdLst>
              <a:gd name="T0" fmla="*/ 300 w 300"/>
              <a:gd name="T1" fmla="*/ 0 h 148"/>
              <a:gd name="T2" fmla="*/ 0 w 300"/>
              <a:gd name="T3" fmla="*/ 0 h 148"/>
              <a:gd name="T4" fmla="*/ 0 w 300"/>
              <a:gd name="T5" fmla="*/ 148 h 148"/>
              <a:gd name="T6" fmla="*/ 300 w 300"/>
              <a:gd name="T7" fmla="*/ 58 h 148"/>
              <a:gd name="T8" fmla="*/ 300 w 300"/>
              <a:gd name="T9" fmla="*/ 0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48">
                <a:moveTo>
                  <a:pt x="300" y="0"/>
                </a:moveTo>
                <a:lnTo>
                  <a:pt x="0" y="0"/>
                </a:lnTo>
                <a:lnTo>
                  <a:pt x="0" y="148"/>
                </a:lnTo>
                <a:lnTo>
                  <a:pt x="300" y="58"/>
                </a:lnTo>
                <a:lnTo>
                  <a:pt x="3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0" name="Rectangle 272">
            <a:extLst>
              <a:ext uri="{FF2B5EF4-FFF2-40B4-BE49-F238E27FC236}">
                <a16:creationId xmlns:a16="http://schemas.microsoft.com/office/drawing/2014/main" id="{2ABBA41A-221E-4CC0-8235-5C54F2D0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326" y="7350126"/>
            <a:ext cx="476250" cy="1588"/>
          </a:xfrm>
          <a:prstGeom prst="rect">
            <a:avLst/>
          </a:prstGeom>
          <a:solidFill>
            <a:srgbClr val="82A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1" name="Rectangle 273">
            <a:extLst>
              <a:ext uri="{FF2B5EF4-FFF2-40B4-BE49-F238E27FC236}">
                <a16:creationId xmlns:a16="http://schemas.microsoft.com/office/drawing/2014/main" id="{B9C9B621-856D-477D-93DD-A11300B1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326" y="7350126"/>
            <a:ext cx="476250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2" name="Rectangle 274">
            <a:extLst>
              <a:ext uri="{FF2B5EF4-FFF2-40B4-BE49-F238E27FC236}">
                <a16:creationId xmlns:a16="http://schemas.microsoft.com/office/drawing/2014/main" id="{B0C9A58D-7E69-4B9A-8CE2-444CBC02A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1" y="8012113"/>
            <a:ext cx="1588" cy="231775"/>
          </a:xfrm>
          <a:prstGeom prst="rect">
            <a:avLst/>
          </a:pr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3" name="Rectangle 275">
            <a:extLst>
              <a:ext uri="{FF2B5EF4-FFF2-40B4-BE49-F238E27FC236}">
                <a16:creationId xmlns:a16="http://schemas.microsoft.com/office/drawing/2014/main" id="{F85AC38B-3579-4315-A7A4-68EFA3C8F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1" y="8012113"/>
            <a:ext cx="1588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4" name="Freeform 276">
            <a:extLst>
              <a:ext uri="{FF2B5EF4-FFF2-40B4-BE49-F238E27FC236}">
                <a16:creationId xmlns:a16="http://schemas.microsoft.com/office/drawing/2014/main" id="{2066F6A7-B027-4335-A499-BC9073E3E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012113"/>
            <a:ext cx="476250" cy="231775"/>
          </a:xfrm>
          <a:custGeom>
            <a:avLst/>
            <a:gdLst>
              <a:gd name="T0" fmla="*/ 300 w 300"/>
              <a:gd name="T1" fmla="*/ 0 h 146"/>
              <a:gd name="T2" fmla="*/ 0 w 300"/>
              <a:gd name="T3" fmla="*/ 90 h 146"/>
              <a:gd name="T4" fmla="*/ 0 w 300"/>
              <a:gd name="T5" fmla="*/ 146 h 146"/>
              <a:gd name="T6" fmla="*/ 300 w 300"/>
              <a:gd name="T7" fmla="*/ 146 h 146"/>
              <a:gd name="T8" fmla="*/ 300 w 300"/>
              <a:gd name="T9" fmla="*/ 0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46">
                <a:moveTo>
                  <a:pt x="300" y="0"/>
                </a:moveTo>
                <a:lnTo>
                  <a:pt x="0" y="90"/>
                </a:lnTo>
                <a:lnTo>
                  <a:pt x="0" y="146"/>
                </a:lnTo>
                <a:lnTo>
                  <a:pt x="300" y="146"/>
                </a:lnTo>
                <a:lnTo>
                  <a:pt x="30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5" name="Freeform 277">
            <a:extLst>
              <a:ext uri="{FF2B5EF4-FFF2-40B4-BE49-F238E27FC236}">
                <a16:creationId xmlns:a16="http://schemas.microsoft.com/office/drawing/2014/main" id="{468A92B9-DA99-4BAB-8393-5D8F51EE6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012113"/>
            <a:ext cx="476250" cy="231775"/>
          </a:xfrm>
          <a:custGeom>
            <a:avLst/>
            <a:gdLst>
              <a:gd name="T0" fmla="*/ 300 w 300"/>
              <a:gd name="T1" fmla="*/ 0 h 146"/>
              <a:gd name="T2" fmla="*/ 0 w 300"/>
              <a:gd name="T3" fmla="*/ 90 h 146"/>
              <a:gd name="T4" fmla="*/ 0 w 300"/>
              <a:gd name="T5" fmla="*/ 146 h 146"/>
              <a:gd name="T6" fmla="*/ 300 w 300"/>
              <a:gd name="T7" fmla="*/ 146 h 146"/>
              <a:gd name="T8" fmla="*/ 300 w 300"/>
              <a:gd name="T9" fmla="*/ 0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46">
                <a:moveTo>
                  <a:pt x="300" y="0"/>
                </a:moveTo>
                <a:lnTo>
                  <a:pt x="0" y="90"/>
                </a:lnTo>
                <a:lnTo>
                  <a:pt x="0" y="146"/>
                </a:lnTo>
                <a:lnTo>
                  <a:pt x="300" y="146"/>
                </a:lnTo>
                <a:lnTo>
                  <a:pt x="3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6" name="Freeform 278">
            <a:extLst>
              <a:ext uri="{FF2B5EF4-FFF2-40B4-BE49-F238E27FC236}">
                <a16:creationId xmlns:a16="http://schemas.microsoft.com/office/drawing/2014/main" id="{3D75C148-F2B4-4316-8160-854739473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243888"/>
            <a:ext cx="476250" cy="0"/>
          </a:xfrm>
          <a:custGeom>
            <a:avLst/>
            <a:gdLst>
              <a:gd name="T0" fmla="*/ 300 w 300"/>
              <a:gd name="T1" fmla="*/ 300 w 300"/>
              <a:gd name="T2" fmla="*/ 0 w 300"/>
              <a:gd name="T3" fmla="*/ 0 w 300"/>
              <a:gd name="T4" fmla="*/ 0 w 300"/>
              <a:gd name="T5" fmla="*/ 300 w 300"/>
              <a:gd name="T6" fmla="*/ 300 w 300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</a:cxnLst>
            <a:rect l="0" t="0" r="r" b="b"/>
            <a:pathLst>
              <a:path w="300">
                <a:moveTo>
                  <a:pt x="300" y="0"/>
                </a:moveTo>
                <a:lnTo>
                  <a:pt x="30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300" y="0"/>
                </a:lnTo>
                <a:lnTo>
                  <a:pt x="300" y="0"/>
                </a:lnTo>
                <a:close/>
              </a:path>
            </a:pathLst>
          </a:custGeom>
          <a:solidFill>
            <a:srgbClr val="DF5D2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7" name="Freeform 279">
            <a:extLst>
              <a:ext uri="{FF2B5EF4-FFF2-40B4-BE49-F238E27FC236}">
                <a16:creationId xmlns:a16="http://schemas.microsoft.com/office/drawing/2014/main" id="{2DF636B7-BCD9-4425-89F9-CCACAB95C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243888"/>
            <a:ext cx="476250" cy="0"/>
          </a:xfrm>
          <a:custGeom>
            <a:avLst/>
            <a:gdLst>
              <a:gd name="T0" fmla="*/ 300 w 300"/>
              <a:gd name="T1" fmla="*/ 300 w 300"/>
              <a:gd name="T2" fmla="*/ 0 w 300"/>
              <a:gd name="T3" fmla="*/ 0 w 300"/>
              <a:gd name="T4" fmla="*/ 0 w 300"/>
              <a:gd name="T5" fmla="*/ 300 w 300"/>
              <a:gd name="T6" fmla="*/ 300 w 300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</a:cxnLst>
            <a:rect l="0" t="0" r="r" b="b"/>
            <a:pathLst>
              <a:path w="300">
                <a:moveTo>
                  <a:pt x="300" y="0"/>
                </a:moveTo>
                <a:lnTo>
                  <a:pt x="30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300" y="0"/>
                </a:lnTo>
                <a:lnTo>
                  <a:pt x="3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9" name="Rectangle 100">
            <a:extLst>
              <a:ext uri="{FF2B5EF4-FFF2-40B4-BE49-F238E27FC236}">
                <a16:creationId xmlns:a16="http://schemas.microsoft.com/office/drawing/2014/main" id="{4F5FB1DC-9118-4D51-954E-75A67BE98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788" y="417513"/>
            <a:ext cx="1724025" cy="19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3" name="Oval 104">
            <a:extLst>
              <a:ext uri="{FF2B5EF4-FFF2-40B4-BE49-F238E27FC236}">
                <a16:creationId xmlns:a16="http://schemas.microsoft.com/office/drawing/2014/main" id="{47E44C73-E015-4F30-988E-5E2F87890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0576" y="334963"/>
            <a:ext cx="360363" cy="36195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4" name="Oval 105">
            <a:extLst>
              <a:ext uri="{FF2B5EF4-FFF2-40B4-BE49-F238E27FC236}">
                <a16:creationId xmlns:a16="http://schemas.microsoft.com/office/drawing/2014/main" id="{4D7C7236-722B-47E3-B423-57FED4DDA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1" y="385763"/>
            <a:ext cx="252413" cy="2571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0" name="Rectangle 101">
            <a:extLst>
              <a:ext uri="{FF2B5EF4-FFF2-40B4-BE49-F238E27FC236}">
                <a16:creationId xmlns:a16="http://schemas.microsoft.com/office/drawing/2014/main" id="{E27CF52C-30D3-4A25-9B17-8E6A6E256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488" y="766763"/>
            <a:ext cx="1457325" cy="193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5" name="Oval 106">
            <a:extLst>
              <a:ext uri="{FF2B5EF4-FFF2-40B4-BE49-F238E27FC236}">
                <a16:creationId xmlns:a16="http://schemas.microsoft.com/office/drawing/2014/main" id="{EAE1260C-3F66-484E-92A0-1128A1D99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8863" y="681038"/>
            <a:ext cx="361950" cy="3619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6" name="Oval 107">
            <a:extLst>
              <a:ext uri="{FF2B5EF4-FFF2-40B4-BE49-F238E27FC236}">
                <a16:creationId xmlns:a16="http://schemas.microsoft.com/office/drawing/2014/main" id="{C3CC275C-2DB8-4D6F-86E4-E60BCB732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735013"/>
            <a:ext cx="257175" cy="2571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1" name="Rectangle 102">
            <a:extLst>
              <a:ext uri="{FF2B5EF4-FFF2-40B4-BE49-F238E27FC236}">
                <a16:creationId xmlns:a16="http://schemas.microsoft.com/office/drawing/2014/main" id="{88031B63-E546-4BB6-AB27-A2F4DE76E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363" y="1112838"/>
            <a:ext cx="1187450" cy="196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7" name="Oval 108">
            <a:extLst>
              <a:ext uri="{FF2B5EF4-FFF2-40B4-BE49-F238E27FC236}">
                <a16:creationId xmlns:a16="http://schemas.microsoft.com/office/drawing/2014/main" id="{48B74936-4A14-49E7-BD29-767BC2967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563" y="1030288"/>
            <a:ext cx="361950" cy="3603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8" name="Oval 109">
            <a:extLst>
              <a:ext uri="{FF2B5EF4-FFF2-40B4-BE49-F238E27FC236}">
                <a16:creationId xmlns:a16="http://schemas.microsoft.com/office/drawing/2014/main" id="{2BBCA214-B77F-401B-934F-563748826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538" y="1084263"/>
            <a:ext cx="254000" cy="2524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2" name="Rectangle 103">
            <a:extLst>
              <a:ext uri="{FF2B5EF4-FFF2-40B4-BE49-F238E27FC236}">
                <a16:creationId xmlns:a16="http://schemas.microsoft.com/office/drawing/2014/main" id="{70926701-207A-47B7-B0CF-9713B2687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1460501"/>
            <a:ext cx="920750" cy="1968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9" name="Oval 110">
            <a:extLst>
              <a:ext uri="{FF2B5EF4-FFF2-40B4-BE49-F238E27FC236}">
                <a16:creationId xmlns:a16="http://schemas.microsoft.com/office/drawing/2014/main" id="{D59FA3AF-AE9D-4719-BC17-AF43ECC8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263" y="1377951"/>
            <a:ext cx="361950" cy="3619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0" name="Oval 111">
            <a:extLst>
              <a:ext uri="{FF2B5EF4-FFF2-40B4-BE49-F238E27FC236}">
                <a16:creationId xmlns:a16="http://schemas.microsoft.com/office/drawing/2014/main" id="{1A4573BE-64E1-486F-BB29-8E5EF9DA6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238" y="1431926"/>
            <a:ext cx="254000" cy="25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3" name="Freeform 44">
            <a:extLst>
              <a:ext uri="{FF2B5EF4-FFF2-40B4-BE49-F238E27FC236}">
                <a16:creationId xmlns:a16="http://schemas.microsoft.com/office/drawing/2014/main" id="{9B753295-1425-48A2-A378-52E81638C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960938" y="2022476"/>
            <a:ext cx="1546225" cy="314325"/>
          </a:xfrm>
          <a:custGeom>
            <a:avLst/>
            <a:gdLst>
              <a:gd name="T0" fmla="*/ 438 w 487"/>
              <a:gd name="T1" fmla="*/ 99 h 99"/>
              <a:gd name="T2" fmla="*/ 49 w 487"/>
              <a:gd name="T3" fmla="*/ 99 h 99"/>
              <a:gd name="T4" fmla="*/ 0 w 487"/>
              <a:gd name="T5" fmla="*/ 49 h 99"/>
              <a:gd name="T6" fmla="*/ 49 w 487"/>
              <a:gd name="T7" fmla="*/ 0 h 99"/>
              <a:gd name="T8" fmla="*/ 438 w 487"/>
              <a:gd name="T9" fmla="*/ 0 h 99"/>
              <a:gd name="T10" fmla="*/ 487 w 487"/>
              <a:gd name="T11" fmla="*/ 49 h 99"/>
              <a:gd name="T12" fmla="*/ 438 w 487"/>
              <a:gd name="T13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7" h="99">
                <a:moveTo>
                  <a:pt x="438" y="99"/>
                </a:moveTo>
                <a:cubicBezTo>
                  <a:pt x="49" y="99"/>
                  <a:pt x="49" y="99"/>
                  <a:pt x="49" y="99"/>
                </a:cubicBezTo>
                <a:cubicBezTo>
                  <a:pt x="22" y="99"/>
                  <a:pt x="0" y="77"/>
                  <a:pt x="0" y="49"/>
                </a:cubicBezTo>
                <a:cubicBezTo>
                  <a:pt x="0" y="22"/>
                  <a:pt x="22" y="0"/>
                  <a:pt x="49" y="0"/>
                </a:cubicBezTo>
                <a:cubicBezTo>
                  <a:pt x="438" y="0"/>
                  <a:pt x="438" y="0"/>
                  <a:pt x="438" y="0"/>
                </a:cubicBezTo>
                <a:cubicBezTo>
                  <a:pt x="465" y="0"/>
                  <a:pt x="487" y="22"/>
                  <a:pt x="487" y="49"/>
                </a:cubicBezTo>
                <a:cubicBezTo>
                  <a:pt x="487" y="77"/>
                  <a:pt x="465" y="99"/>
                  <a:pt x="438" y="9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5" name="Oval 116">
            <a:extLst>
              <a:ext uri="{FF2B5EF4-FFF2-40B4-BE49-F238E27FC236}">
                <a16:creationId xmlns:a16="http://schemas.microsoft.com/office/drawing/2014/main" id="{24AD4A72-688F-4AFE-8686-1F165521B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3276" y="2025651"/>
            <a:ext cx="309563" cy="311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4" name="Freeform 45">
            <a:extLst>
              <a:ext uri="{FF2B5EF4-FFF2-40B4-BE49-F238E27FC236}">
                <a16:creationId xmlns:a16="http://schemas.microsoft.com/office/drawing/2014/main" id="{8451E49F-3F09-4084-850B-FA1D4042E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02238" y="2403476"/>
            <a:ext cx="1304925" cy="314325"/>
          </a:xfrm>
          <a:custGeom>
            <a:avLst/>
            <a:gdLst>
              <a:gd name="T0" fmla="*/ 362 w 411"/>
              <a:gd name="T1" fmla="*/ 99 h 99"/>
              <a:gd name="T2" fmla="*/ 50 w 411"/>
              <a:gd name="T3" fmla="*/ 99 h 99"/>
              <a:gd name="T4" fmla="*/ 0 w 411"/>
              <a:gd name="T5" fmla="*/ 50 h 99"/>
              <a:gd name="T6" fmla="*/ 50 w 411"/>
              <a:gd name="T7" fmla="*/ 0 h 99"/>
              <a:gd name="T8" fmla="*/ 362 w 411"/>
              <a:gd name="T9" fmla="*/ 0 h 99"/>
              <a:gd name="T10" fmla="*/ 411 w 411"/>
              <a:gd name="T11" fmla="*/ 50 h 99"/>
              <a:gd name="T12" fmla="*/ 362 w 411"/>
              <a:gd name="T13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1" h="99">
                <a:moveTo>
                  <a:pt x="362" y="99"/>
                </a:moveTo>
                <a:cubicBezTo>
                  <a:pt x="50" y="99"/>
                  <a:pt x="50" y="99"/>
                  <a:pt x="50" y="99"/>
                </a:cubicBezTo>
                <a:cubicBezTo>
                  <a:pt x="22" y="99"/>
                  <a:pt x="0" y="77"/>
                  <a:pt x="0" y="50"/>
                </a:cubicBezTo>
                <a:cubicBezTo>
                  <a:pt x="0" y="22"/>
                  <a:pt x="22" y="0"/>
                  <a:pt x="50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389" y="0"/>
                  <a:pt x="411" y="22"/>
                  <a:pt x="411" y="50"/>
                </a:cubicBezTo>
                <a:cubicBezTo>
                  <a:pt x="411" y="77"/>
                  <a:pt x="389" y="99"/>
                  <a:pt x="362" y="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6" name="Oval 117">
            <a:extLst>
              <a:ext uri="{FF2B5EF4-FFF2-40B4-BE49-F238E27FC236}">
                <a16:creationId xmlns:a16="http://schemas.microsoft.com/office/drawing/2014/main" id="{A96D3D1D-BEE1-4418-8906-881CCC6AE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2406651"/>
            <a:ext cx="314325" cy="3111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5" name="Freeform 46">
            <a:extLst>
              <a:ext uri="{FF2B5EF4-FFF2-40B4-BE49-F238E27FC236}">
                <a16:creationId xmlns:a16="http://schemas.microsoft.com/office/drawing/2014/main" id="{A356982A-7340-4A45-8791-6AF72856B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46713" y="2784476"/>
            <a:ext cx="1060450" cy="317500"/>
          </a:xfrm>
          <a:custGeom>
            <a:avLst/>
            <a:gdLst>
              <a:gd name="T0" fmla="*/ 285 w 334"/>
              <a:gd name="T1" fmla="*/ 100 h 100"/>
              <a:gd name="T2" fmla="*/ 49 w 334"/>
              <a:gd name="T3" fmla="*/ 100 h 100"/>
              <a:gd name="T4" fmla="*/ 0 w 334"/>
              <a:gd name="T5" fmla="*/ 50 h 100"/>
              <a:gd name="T6" fmla="*/ 0 w 334"/>
              <a:gd name="T7" fmla="*/ 50 h 100"/>
              <a:gd name="T8" fmla="*/ 49 w 334"/>
              <a:gd name="T9" fmla="*/ 0 h 100"/>
              <a:gd name="T10" fmla="*/ 285 w 334"/>
              <a:gd name="T11" fmla="*/ 0 h 100"/>
              <a:gd name="T12" fmla="*/ 334 w 334"/>
              <a:gd name="T13" fmla="*/ 50 h 100"/>
              <a:gd name="T14" fmla="*/ 334 w 334"/>
              <a:gd name="T15" fmla="*/ 50 h 100"/>
              <a:gd name="T16" fmla="*/ 285 w 334"/>
              <a:gd name="T17" fmla="*/ 10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4" h="100">
                <a:moveTo>
                  <a:pt x="285" y="100"/>
                </a:moveTo>
                <a:cubicBezTo>
                  <a:pt x="49" y="100"/>
                  <a:pt x="49" y="100"/>
                  <a:pt x="49" y="100"/>
                </a:cubicBezTo>
                <a:cubicBezTo>
                  <a:pt x="22" y="100"/>
                  <a:pt x="0" y="78"/>
                  <a:pt x="0" y="50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23"/>
                  <a:pt x="22" y="0"/>
                  <a:pt x="49" y="0"/>
                </a:cubicBezTo>
                <a:cubicBezTo>
                  <a:pt x="285" y="0"/>
                  <a:pt x="285" y="0"/>
                  <a:pt x="285" y="0"/>
                </a:cubicBezTo>
                <a:cubicBezTo>
                  <a:pt x="312" y="0"/>
                  <a:pt x="334" y="23"/>
                  <a:pt x="334" y="50"/>
                </a:cubicBezTo>
                <a:cubicBezTo>
                  <a:pt x="334" y="50"/>
                  <a:pt x="334" y="50"/>
                  <a:pt x="334" y="50"/>
                </a:cubicBezTo>
                <a:cubicBezTo>
                  <a:pt x="334" y="78"/>
                  <a:pt x="312" y="100"/>
                  <a:pt x="285" y="1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7" name="Oval 118">
            <a:extLst>
              <a:ext uri="{FF2B5EF4-FFF2-40B4-BE49-F238E27FC236}">
                <a16:creationId xmlns:a16="http://schemas.microsoft.com/office/drawing/2014/main" id="{83D8361A-C0FD-41A4-933D-4DB2E6102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463" y="2787651"/>
            <a:ext cx="311150" cy="3111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6" name="Freeform 47">
            <a:extLst>
              <a:ext uri="{FF2B5EF4-FFF2-40B4-BE49-F238E27FC236}">
                <a16:creationId xmlns:a16="http://schemas.microsoft.com/office/drawing/2014/main" id="{5D044ACC-CB97-4E1C-9CEB-02A7DBCEC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88013" y="3168651"/>
            <a:ext cx="819150" cy="312738"/>
          </a:xfrm>
          <a:custGeom>
            <a:avLst/>
            <a:gdLst>
              <a:gd name="T0" fmla="*/ 209 w 258"/>
              <a:gd name="T1" fmla="*/ 99 h 99"/>
              <a:gd name="T2" fmla="*/ 50 w 258"/>
              <a:gd name="T3" fmla="*/ 99 h 99"/>
              <a:gd name="T4" fmla="*/ 0 w 258"/>
              <a:gd name="T5" fmla="*/ 49 h 99"/>
              <a:gd name="T6" fmla="*/ 50 w 258"/>
              <a:gd name="T7" fmla="*/ 0 h 99"/>
              <a:gd name="T8" fmla="*/ 209 w 258"/>
              <a:gd name="T9" fmla="*/ 0 h 99"/>
              <a:gd name="T10" fmla="*/ 258 w 258"/>
              <a:gd name="T11" fmla="*/ 49 h 99"/>
              <a:gd name="T12" fmla="*/ 209 w 258"/>
              <a:gd name="T13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8" h="99">
                <a:moveTo>
                  <a:pt x="209" y="99"/>
                </a:moveTo>
                <a:cubicBezTo>
                  <a:pt x="50" y="99"/>
                  <a:pt x="50" y="99"/>
                  <a:pt x="50" y="99"/>
                </a:cubicBezTo>
                <a:cubicBezTo>
                  <a:pt x="22" y="99"/>
                  <a:pt x="0" y="77"/>
                  <a:pt x="0" y="49"/>
                </a:cubicBezTo>
                <a:cubicBezTo>
                  <a:pt x="0" y="22"/>
                  <a:pt x="22" y="0"/>
                  <a:pt x="50" y="0"/>
                </a:cubicBezTo>
                <a:cubicBezTo>
                  <a:pt x="209" y="0"/>
                  <a:pt x="209" y="0"/>
                  <a:pt x="209" y="0"/>
                </a:cubicBezTo>
                <a:cubicBezTo>
                  <a:pt x="236" y="0"/>
                  <a:pt x="258" y="22"/>
                  <a:pt x="258" y="49"/>
                </a:cubicBezTo>
                <a:cubicBezTo>
                  <a:pt x="258" y="77"/>
                  <a:pt x="236" y="99"/>
                  <a:pt x="209" y="9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8" name="Oval 119">
            <a:extLst>
              <a:ext uri="{FF2B5EF4-FFF2-40B4-BE49-F238E27FC236}">
                <a16:creationId xmlns:a16="http://schemas.microsoft.com/office/drawing/2014/main" id="{D12A7125-EB51-4FA6-BA36-8A5FF7DA3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588" y="3168651"/>
            <a:ext cx="311150" cy="31273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7" name="Freeform 48">
            <a:extLst>
              <a:ext uri="{FF2B5EF4-FFF2-40B4-BE49-F238E27FC236}">
                <a16:creationId xmlns:a16="http://schemas.microsoft.com/office/drawing/2014/main" id="{48736D9D-DFDB-4D77-9306-565F9FFEA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57726" y="3773488"/>
            <a:ext cx="1843088" cy="317500"/>
          </a:xfrm>
          <a:custGeom>
            <a:avLst/>
            <a:gdLst>
              <a:gd name="T0" fmla="*/ 581 w 581"/>
              <a:gd name="T1" fmla="*/ 100 h 100"/>
              <a:gd name="T2" fmla="*/ 49 w 581"/>
              <a:gd name="T3" fmla="*/ 100 h 100"/>
              <a:gd name="T4" fmla="*/ 0 w 581"/>
              <a:gd name="T5" fmla="*/ 50 h 100"/>
              <a:gd name="T6" fmla="*/ 49 w 581"/>
              <a:gd name="T7" fmla="*/ 0 h 100"/>
              <a:gd name="T8" fmla="*/ 581 w 581"/>
              <a:gd name="T9" fmla="*/ 0 h 100"/>
              <a:gd name="T10" fmla="*/ 581 w 581"/>
              <a:gd name="T11" fmla="*/ 10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1" h="100">
                <a:moveTo>
                  <a:pt x="581" y="100"/>
                </a:moveTo>
                <a:cubicBezTo>
                  <a:pt x="49" y="100"/>
                  <a:pt x="49" y="100"/>
                  <a:pt x="49" y="100"/>
                </a:cubicBezTo>
                <a:cubicBezTo>
                  <a:pt x="22" y="100"/>
                  <a:pt x="0" y="77"/>
                  <a:pt x="0" y="50"/>
                </a:cubicBezTo>
                <a:cubicBezTo>
                  <a:pt x="0" y="23"/>
                  <a:pt x="22" y="0"/>
                  <a:pt x="49" y="0"/>
                </a:cubicBezTo>
                <a:cubicBezTo>
                  <a:pt x="581" y="0"/>
                  <a:pt x="581" y="0"/>
                  <a:pt x="581" y="0"/>
                </a:cubicBezTo>
                <a:lnTo>
                  <a:pt x="581" y="1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8" name="Freeform 49">
            <a:extLst>
              <a:ext uri="{FF2B5EF4-FFF2-40B4-BE49-F238E27FC236}">
                <a16:creationId xmlns:a16="http://schemas.microsoft.com/office/drawing/2014/main" id="{FD1B0213-ABF1-4E63-BCF6-03976E85E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97438" y="4157663"/>
            <a:ext cx="1603375" cy="314325"/>
          </a:xfrm>
          <a:custGeom>
            <a:avLst/>
            <a:gdLst>
              <a:gd name="T0" fmla="*/ 505 w 505"/>
              <a:gd name="T1" fmla="*/ 99 h 99"/>
              <a:gd name="T2" fmla="*/ 50 w 505"/>
              <a:gd name="T3" fmla="*/ 99 h 99"/>
              <a:gd name="T4" fmla="*/ 0 w 505"/>
              <a:gd name="T5" fmla="*/ 49 h 99"/>
              <a:gd name="T6" fmla="*/ 50 w 505"/>
              <a:gd name="T7" fmla="*/ 0 h 99"/>
              <a:gd name="T8" fmla="*/ 505 w 505"/>
              <a:gd name="T9" fmla="*/ 0 h 99"/>
              <a:gd name="T10" fmla="*/ 505 w 505"/>
              <a:gd name="T11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05" h="99">
                <a:moveTo>
                  <a:pt x="505" y="99"/>
                </a:moveTo>
                <a:cubicBezTo>
                  <a:pt x="50" y="99"/>
                  <a:pt x="50" y="99"/>
                  <a:pt x="50" y="99"/>
                </a:cubicBezTo>
                <a:cubicBezTo>
                  <a:pt x="22" y="99"/>
                  <a:pt x="0" y="77"/>
                  <a:pt x="0" y="49"/>
                </a:cubicBezTo>
                <a:cubicBezTo>
                  <a:pt x="0" y="22"/>
                  <a:pt x="22" y="0"/>
                  <a:pt x="50" y="0"/>
                </a:cubicBezTo>
                <a:cubicBezTo>
                  <a:pt x="505" y="0"/>
                  <a:pt x="505" y="0"/>
                  <a:pt x="505" y="0"/>
                </a:cubicBezTo>
                <a:lnTo>
                  <a:pt x="505" y="9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9" name="Freeform 50">
            <a:extLst>
              <a:ext uri="{FF2B5EF4-FFF2-40B4-BE49-F238E27FC236}">
                <a16:creationId xmlns:a16="http://schemas.microsoft.com/office/drawing/2014/main" id="{607DCFE3-CEB9-4D65-AB11-13FE07E58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141913" y="4538663"/>
            <a:ext cx="1358900" cy="314325"/>
          </a:xfrm>
          <a:custGeom>
            <a:avLst/>
            <a:gdLst>
              <a:gd name="T0" fmla="*/ 428 w 428"/>
              <a:gd name="T1" fmla="*/ 99 h 99"/>
              <a:gd name="T2" fmla="*/ 49 w 428"/>
              <a:gd name="T3" fmla="*/ 99 h 99"/>
              <a:gd name="T4" fmla="*/ 0 w 428"/>
              <a:gd name="T5" fmla="*/ 50 h 99"/>
              <a:gd name="T6" fmla="*/ 49 w 428"/>
              <a:gd name="T7" fmla="*/ 0 h 99"/>
              <a:gd name="T8" fmla="*/ 428 w 428"/>
              <a:gd name="T9" fmla="*/ 0 h 99"/>
              <a:gd name="T10" fmla="*/ 428 w 428"/>
              <a:gd name="T11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8" h="99">
                <a:moveTo>
                  <a:pt x="428" y="99"/>
                </a:moveTo>
                <a:cubicBezTo>
                  <a:pt x="49" y="99"/>
                  <a:pt x="49" y="99"/>
                  <a:pt x="49" y="99"/>
                </a:cubicBezTo>
                <a:cubicBezTo>
                  <a:pt x="22" y="99"/>
                  <a:pt x="0" y="77"/>
                  <a:pt x="0" y="50"/>
                </a:cubicBezTo>
                <a:cubicBezTo>
                  <a:pt x="0" y="22"/>
                  <a:pt x="22" y="0"/>
                  <a:pt x="49" y="0"/>
                </a:cubicBezTo>
                <a:cubicBezTo>
                  <a:pt x="428" y="0"/>
                  <a:pt x="428" y="0"/>
                  <a:pt x="428" y="0"/>
                </a:cubicBezTo>
                <a:lnTo>
                  <a:pt x="428" y="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0" name="Freeform 51">
            <a:extLst>
              <a:ext uri="{FF2B5EF4-FFF2-40B4-BE49-F238E27FC236}">
                <a16:creationId xmlns:a16="http://schemas.microsoft.com/office/drawing/2014/main" id="{B638DD61-59A2-4F19-AD80-6E4DCFD58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922838"/>
            <a:ext cx="1117600" cy="314325"/>
          </a:xfrm>
          <a:custGeom>
            <a:avLst/>
            <a:gdLst>
              <a:gd name="T0" fmla="*/ 352 w 352"/>
              <a:gd name="T1" fmla="*/ 99 h 99"/>
              <a:gd name="T2" fmla="*/ 50 w 352"/>
              <a:gd name="T3" fmla="*/ 99 h 99"/>
              <a:gd name="T4" fmla="*/ 0 w 352"/>
              <a:gd name="T5" fmla="*/ 49 h 99"/>
              <a:gd name="T6" fmla="*/ 50 w 352"/>
              <a:gd name="T7" fmla="*/ 0 h 99"/>
              <a:gd name="T8" fmla="*/ 352 w 352"/>
              <a:gd name="T9" fmla="*/ 0 h 99"/>
              <a:gd name="T10" fmla="*/ 352 w 352"/>
              <a:gd name="T11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52" h="99">
                <a:moveTo>
                  <a:pt x="352" y="99"/>
                </a:moveTo>
                <a:cubicBezTo>
                  <a:pt x="50" y="99"/>
                  <a:pt x="50" y="99"/>
                  <a:pt x="50" y="99"/>
                </a:cubicBezTo>
                <a:cubicBezTo>
                  <a:pt x="22" y="99"/>
                  <a:pt x="0" y="77"/>
                  <a:pt x="0" y="49"/>
                </a:cubicBezTo>
                <a:cubicBezTo>
                  <a:pt x="0" y="22"/>
                  <a:pt x="22" y="0"/>
                  <a:pt x="50" y="0"/>
                </a:cubicBezTo>
                <a:cubicBezTo>
                  <a:pt x="352" y="0"/>
                  <a:pt x="352" y="0"/>
                  <a:pt x="352" y="0"/>
                </a:cubicBezTo>
                <a:lnTo>
                  <a:pt x="352" y="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1" name="Oval 112">
            <a:extLst>
              <a:ext uri="{FF2B5EF4-FFF2-40B4-BE49-F238E27FC236}">
                <a16:creationId xmlns:a16="http://schemas.microsoft.com/office/drawing/2014/main" id="{959FE639-68AB-49AD-9792-1B8DFE65E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226" y="3846513"/>
            <a:ext cx="169863" cy="171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2" name="Oval 113">
            <a:extLst>
              <a:ext uri="{FF2B5EF4-FFF2-40B4-BE49-F238E27FC236}">
                <a16:creationId xmlns:a16="http://schemas.microsoft.com/office/drawing/2014/main" id="{8C059A96-2F85-4192-B74F-2E34523C3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0938" y="4230688"/>
            <a:ext cx="171450" cy="171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3" name="Oval 114">
            <a:extLst>
              <a:ext uri="{FF2B5EF4-FFF2-40B4-BE49-F238E27FC236}">
                <a16:creationId xmlns:a16="http://schemas.microsoft.com/office/drawing/2014/main" id="{D98F7AA4-1D34-44E5-A82D-AF2089502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413" y="4614863"/>
            <a:ext cx="171450" cy="171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4" name="Oval 115">
            <a:extLst>
              <a:ext uri="{FF2B5EF4-FFF2-40B4-BE49-F238E27FC236}">
                <a16:creationId xmlns:a16="http://schemas.microsoft.com/office/drawing/2014/main" id="{BC8421CE-1F06-433D-A1E4-F571F8464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4995863"/>
            <a:ext cx="171450" cy="171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9" name="Rectangle 90">
            <a:extLst>
              <a:ext uri="{FF2B5EF4-FFF2-40B4-BE49-F238E27FC236}">
                <a16:creationId xmlns:a16="http://schemas.microsoft.com/office/drawing/2014/main" id="{64B60241-6676-40FA-AA5C-4EACA9581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288" y="5546726"/>
            <a:ext cx="349250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0" name="Rectangle 91">
            <a:extLst>
              <a:ext uri="{FF2B5EF4-FFF2-40B4-BE49-F238E27FC236}">
                <a16:creationId xmlns:a16="http://schemas.microsoft.com/office/drawing/2014/main" id="{FBEF08DA-6C97-40D4-B311-53AC251A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3238" y="5546726"/>
            <a:ext cx="501650" cy="31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1" name="Rectangle 92">
            <a:extLst>
              <a:ext uri="{FF2B5EF4-FFF2-40B4-BE49-F238E27FC236}">
                <a16:creationId xmlns:a16="http://schemas.microsoft.com/office/drawing/2014/main" id="{89D31518-40E5-4803-BF2E-2950D8555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9838" y="5546726"/>
            <a:ext cx="508000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2" name="Rectangle 93">
            <a:extLst>
              <a:ext uri="{FF2B5EF4-FFF2-40B4-BE49-F238E27FC236}">
                <a16:creationId xmlns:a16="http://schemas.microsoft.com/office/drawing/2014/main" id="{45CAFAE4-815B-4048-8927-C46CEB6A2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1" y="5546726"/>
            <a:ext cx="287338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9" name="Freeform 120">
            <a:extLst>
              <a:ext uri="{FF2B5EF4-FFF2-40B4-BE49-F238E27FC236}">
                <a16:creationId xmlns:a16="http://schemas.microsoft.com/office/drawing/2014/main" id="{D1185B08-A9E6-4F8D-83CF-82FD46C2D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92663" y="5857876"/>
            <a:ext cx="177800" cy="88900"/>
          </a:xfrm>
          <a:custGeom>
            <a:avLst/>
            <a:gdLst>
              <a:gd name="T0" fmla="*/ 56 w 112"/>
              <a:gd name="T1" fmla="*/ 56 h 56"/>
              <a:gd name="T2" fmla="*/ 0 w 112"/>
              <a:gd name="T3" fmla="*/ 0 h 56"/>
              <a:gd name="T4" fmla="*/ 112 w 112"/>
              <a:gd name="T5" fmla="*/ 0 h 56"/>
              <a:gd name="T6" fmla="*/ 56 w 112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2" h="56">
                <a:moveTo>
                  <a:pt x="56" y="56"/>
                </a:moveTo>
                <a:lnTo>
                  <a:pt x="0" y="0"/>
                </a:lnTo>
                <a:lnTo>
                  <a:pt x="112" y="0"/>
                </a:lnTo>
                <a:lnTo>
                  <a:pt x="56" y="5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0" name="Freeform 121">
            <a:extLst>
              <a:ext uri="{FF2B5EF4-FFF2-40B4-BE49-F238E27FC236}">
                <a16:creationId xmlns:a16="http://schemas.microsoft.com/office/drawing/2014/main" id="{623B7F96-7F4B-41FD-80B6-B81B7FC8A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14938" y="5857876"/>
            <a:ext cx="177800" cy="88900"/>
          </a:xfrm>
          <a:custGeom>
            <a:avLst/>
            <a:gdLst>
              <a:gd name="T0" fmla="*/ 56 w 112"/>
              <a:gd name="T1" fmla="*/ 56 h 56"/>
              <a:gd name="T2" fmla="*/ 0 w 112"/>
              <a:gd name="T3" fmla="*/ 0 h 56"/>
              <a:gd name="T4" fmla="*/ 112 w 112"/>
              <a:gd name="T5" fmla="*/ 0 h 56"/>
              <a:gd name="T6" fmla="*/ 56 w 112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2" h="56">
                <a:moveTo>
                  <a:pt x="56" y="56"/>
                </a:moveTo>
                <a:lnTo>
                  <a:pt x="0" y="0"/>
                </a:lnTo>
                <a:lnTo>
                  <a:pt x="112" y="0"/>
                </a:lnTo>
                <a:lnTo>
                  <a:pt x="56" y="5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1" name="Freeform 122">
            <a:extLst>
              <a:ext uri="{FF2B5EF4-FFF2-40B4-BE49-F238E27FC236}">
                <a16:creationId xmlns:a16="http://schemas.microsoft.com/office/drawing/2014/main" id="{88B5CD29-6558-4660-8632-21F9315A5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745163" y="5857876"/>
            <a:ext cx="177800" cy="88900"/>
          </a:xfrm>
          <a:custGeom>
            <a:avLst/>
            <a:gdLst>
              <a:gd name="T0" fmla="*/ 56 w 112"/>
              <a:gd name="T1" fmla="*/ 56 h 56"/>
              <a:gd name="T2" fmla="*/ 0 w 112"/>
              <a:gd name="T3" fmla="*/ 0 h 56"/>
              <a:gd name="T4" fmla="*/ 112 w 112"/>
              <a:gd name="T5" fmla="*/ 0 h 56"/>
              <a:gd name="T6" fmla="*/ 56 w 112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2" h="56">
                <a:moveTo>
                  <a:pt x="56" y="56"/>
                </a:moveTo>
                <a:lnTo>
                  <a:pt x="0" y="0"/>
                </a:lnTo>
                <a:lnTo>
                  <a:pt x="112" y="0"/>
                </a:lnTo>
                <a:lnTo>
                  <a:pt x="56" y="5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2" name="Freeform 123">
            <a:extLst>
              <a:ext uri="{FF2B5EF4-FFF2-40B4-BE49-F238E27FC236}">
                <a16:creationId xmlns:a16="http://schemas.microsoft.com/office/drawing/2014/main" id="{2F0710CB-AE8A-4054-9590-0DBEB06CB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196013" y="5857876"/>
            <a:ext cx="177800" cy="88900"/>
          </a:xfrm>
          <a:custGeom>
            <a:avLst/>
            <a:gdLst>
              <a:gd name="T0" fmla="*/ 56 w 112"/>
              <a:gd name="T1" fmla="*/ 56 h 56"/>
              <a:gd name="T2" fmla="*/ 0 w 112"/>
              <a:gd name="T3" fmla="*/ 0 h 56"/>
              <a:gd name="T4" fmla="*/ 112 w 112"/>
              <a:gd name="T5" fmla="*/ 0 h 56"/>
              <a:gd name="T6" fmla="*/ 56 w 112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2" h="56">
                <a:moveTo>
                  <a:pt x="56" y="56"/>
                </a:moveTo>
                <a:lnTo>
                  <a:pt x="0" y="0"/>
                </a:lnTo>
                <a:lnTo>
                  <a:pt x="112" y="0"/>
                </a:lnTo>
                <a:lnTo>
                  <a:pt x="56" y="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0" name="Rectangle 61">
            <a:extLst>
              <a:ext uri="{FF2B5EF4-FFF2-40B4-BE49-F238E27FC236}">
                <a16:creationId xmlns:a16="http://schemas.microsoft.com/office/drawing/2014/main" id="{9EACF0C7-ED21-47B8-979A-871C0205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6" y="6283326"/>
            <a:ext cx="360363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1" name="Freeform 62">
            <a:extLst>
              <a:ext uri="{FF2B5EF4-FFF2-40B4-BE49-F238E27FC236}">
                <a16:creationId xmlns:a16="http://schemas.microsoft.com/office/drawing/2014/main" id="{1E9AF3BA-9211-40AB-8B44-05467DBA8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02213" y="6172201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" name="Freeform 63">
            <a:extLst>
              <a:ext uri="{FF2B5EF4-FFF2-40B4-BE49-F238E27FC236}">
                <a16:creationId xmlns:a16="http://schemas.microsoft.com/office/drawing/2014/main" id="{C2467D08-B1E4-4E5C-B9F5-025E29E52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30838" y="6172201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3" name="Freeform 64">
            <a:extLst>
              <a:ext uri="{FF2B5EF4-FFF2-40B4-BE49-F238E27FC236}">
                <a16:creationId xmlns:a16="http://schemas.microsoft.com/office/drawing/2014/main" id="{6CDC27A3-56B3-41F8-9521-D9E4F2AB1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103813" y="6283326"/>
            <a:ext cx="355600" cy="342900"/>
          </a:xfrm>
          <a:custGeom>
            <a:avLst/>
            <a:gdLst>
              <a:gd name="T0" fmla="*/ 0 w 224"/>
              <a:gd name="T1" fmla="*/ 0 h 216"/>
              <a:gd name="T2" fmla="*/ 74 w 224"/>
              <a:gd name="T3" fmla="*/ 108 h 216"/>
              <a:gd name="T4" fmla="*/ 0 w 224"/>
              <a:gd name="T5" fmla="*/ 216 h 216"/>
              <a:gd name="T6" fmla="*/ 224 w 224"/>
              <a:gd name="T7" fmla="*/ 216 h 216"/>
              <a:gd name="T8" fmla="*/ 224 w 224"/>
              <a:gd name="T9" fmla="*/ 0 h 216"/>
              <a:gd name="T10" fmla="*/ 0 w 224"/>
              <a:gd name="T11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4" h="216">
                <a:moveTo>
                  <a:pt x="0" y="0"/>
                </a:moveTo>
                <a:lnTo>
                  <a:pt x="74" y="108"/>
                </a:lnTo>
                <a:lnTo>
                  <a:pt x="0" y="216"/>
                </a:lnTo>
                <a:lnTo>
                  <a:pt x="224" y="216"/>
                </a:lnTo>
                <a:lnTo>
                  <a:pt x="2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" name="Freeform 65">
            <a:extLst>
              <a:ext uri="{FF2B5EF4-FFF2-40B4-BE49-F238E27FC236}">
                <a16:creationId xmlns:a16="http://schemas.microsoft.com/office/drawing/2014/main" id="{0B928AA1-3C5D-4CF8-AC13-F96C4716A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59463" y="6172201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5" name="Freeform 66">
            <a:extLst>
              <a:ext uri="{FF2B5EF4-FFF2-40B4-BE49-F238E27FC236}">
                <a16:creationId xmlns:a16="http://schemas.microsoft.com/office/drawing/2014/main" id="{34F0F327-48F4-4843-BAF9-10A84620F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2438" y="6283326"/>
            <a:ext cx="355600" cy="342900"/>
          </a:xfrm>
          <a:custGeom>
            <a:avLst/>
            <a:gdLst>
              <a:gd name="T0" fmla="*/ 0 w 224"/>
              <a:gd name="T1" fmla="*/ 0 h 216"/>
              <a:gd name="T2" fmla="*/ 74 w 224"/>
              <a:gd name="T3" fmla="*/ 108 h 216"/>
              <a:gd name="T4" fmla="*/ 0 w 224"/>
              <a:gd name="T5" fmla="*/ 216 h 216"/>
              <a:gd name="T6" fmla="*/ 224 w 224"/>
              <a:gd name="T7" fmla="*/ 216 h 216"/>
              <a:gd name="T8" fmla="*/ 224 w 224"/>
              <a:gd name="T9" fmla="*/ 0 h 216"/>
              <a:gd name="T10" fmla="*/ 0 w 224"/>
              <a:gd name="T11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4" h="216">
                <a:moveTo>
                  <a:pt x="0" y="0"/>
                </a:moveTo>
                <a:lnTo>
                  <a:pt x="74" y="108"/>
                </a:lnTo>
                <a:lnTo>
                  <a:pt x="0" y="216"/>
                </a:lnTo>
                <a:lnTo>
                  <a:pt x="224" y="216"/>
                </a:lnTo>
                <a:lnTo>
                  <a:pt x="2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6" name="Freeform 67">
            <a:extLst>
              <a:ext uri="{FF2B5EF4-FFF2-40B4-BE49-F238E27FC236}">
                <a16:creationId xmlns:a16="http://schemas.microsoft.com/office/drawing/2014/main" id="{1666AEF0-2FE4-476F-8B59-D5CF89502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288088" y="6172201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7" name="Freeform 68">
            <a:extLst>
              <a:ext uri="{FF2B5EF4-FFF2-40B4-BE49-F238E27FC236}">
                <a16:creationId xmlns:a16="http://schemas.microsoft.com/office/drawing/2014/main" id="{A2CA27FB-C89D-416E-85F9-2E3D2F568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961063" y="6283326"/>
            <a:ext cx="355600" cy="342900"/>
          </a:xfrm>
          <a:custGeom>
            <a:avLst/>
            <a:gdLst>
              <a:gd name="T0" fmla="*/ 0 w 224"/>
              <a:gd name="T1" fmla="*/ 0 h 216"/>
              <a:gd name="T2" fmla="*/ 74 w 224"/>
              <a:gd name="T3" fmla="*/ 108 h 216"/>
              <a:gd name="T4" fmla="*/ 0 w 224"/>
              <a:gd name="T5" fmla="*/ 216 h 216"/>
              <a:gd name="T6" fmla="*/ 224 w 224"/>
              <a:gd name="T7" fmla="*/ 216 h 216"/>
              <a:gd name="T8" fmla="*/ 224 w 224"/>
              <a:gd name="T9" fmla="*/ 0 h 216"/>
              <a:gd name="T10" fmla="*/ 0 w 224"/>
              <a:gd name="T11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4" h="216">
                <a:moveTo>
                  <a:pt x="0" y="0"/>
                </a:moveTo>
                <a:lnTo>
                  <a:pt x="74" y="108"/>
                </a:lnTo>
                <a:lnTo>
                  <a:pt x="0" y="216"/>
                </a:lnTo>
                <a:lnTo>
                  <a:pt x="224" y="216"/>
                </a:lnTo>
                <a:lnTo>
                  <a:pt x="2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3" name="Freeform 124">
            <a:extLst>
              <a:ext uri="{FF2B5EF4-FFF2-40B4-BE49-F238E27FC236}">
                <a16:creationId xmlns:a16="http://schemas.microsoft.com/office/drawing/2014/main" id="{79C5E71A-6BC2-4AEB-AD47-2F76C6D8B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02176" y="7007226"/>
            <a:ext cx="1700213" cy="387350"/>
          </a:xfrm>
          <a:custGeom>
            <a:avLst/>
            <a:gdLst>
              <a:gd name="T0" fmla="*/ 1067 w 1071"/>
              <a:gd name="T1" fmla="*/ 240 h 244"/>
              <a:gd name="T2" fmla="*/ 1067 w 1071"/>
              <a:gd name="T3" fmla="*/ 236 h 244"/>
              <a:gd name="T4" fmla="*/ 8 w 1071"/>
              <a:gd name="T5" fmla="*/ 236 h 244"/>
              <a:gd name="T6" fmla="*/ 8 w 1071"/>
              <a:gd name="T7" fmla="*/ 8 h 244"/>
              <a:gd name="T8" fmla="*/ 1063 w 1071"/>
              <a:gd name="T9" fmla="*/ 8 h 244"/>
              <a:gd name="T10" fmla="*/ 1063 w 1071"/>
              <a:gd name="T11" fmla="*/ 240 h 244"/>
              <a:gd name="T12" fmla="*/ 1067 w 1071"/>
              <a:gd name="T13" fmla="*/ 240 h 244"/>
              <a:gd name="T14" fmla="*/ 1067 w 1071"/>
              <a:gd name="T15" fmla="*/ 236 h 244"/>
              <a:gd name="T16" fmla="*/ 1067 w 1071"/>
              <a:gd name="T17" fmla="*/ 240 h 244"/>
              <a:gd name="T18" fmla="*/ 1071 w 1071"/>
              <a:gd name="T19" fmla="*/ 240 h 244"/>
              <a:gd name="T20" fmla="*/ 1071 w 1071"/>
              <a:gd name="T21" fmla="*/ 0 h 244"/>
              <a:gd name="T22" fmla="*/ 0 w 1071"/>
              <a:gd name="T23" fmla="*/ 0 h 244"/>
              <a:gd name="T24" fmla="*/ 0 w 1071"/>
              <a:gd name="T25" fmla="*/ 244 h 244"/>
              <a:gd name="T26" fmla="*/ 1071 w 1071"/>
              <a:gd name="T27" fmla="*/ 244 h 244"/>
              <a:gd name="T28" fmla="*/ 1071 w 1071"/>
              <a:gd name="T29" fmla="*/ 240 h 244"/>
              <a:gd name="T30" fmla="*/ 1067 w 1071"/>
              <a:gd name="T31" fmla="*/ 24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71" h="244">
                <a:moveTo>
                  <a:pt x="1067" y="240"/>
                </a:moveTo>
                <a:lnTo>
                  <a:pt x="1067" y="236"/>
                </a:lnTo>
                <a:lnTo>
                  <a:pt x="8" y="236"/>
                </a:lnTo>
                <a:lnTo>
                  <a:pt x="8" y="8"/>
                </a:lnTo>
                <a:lnTo>
                  <a:pt x="1063" y="8"/>
                </a:lnTo>
                <a:lnTo>
                  <a:pt x="1063" y="240"/>
                </a:lnTo>
                <a:lnTo>
                  <a:pt x="1067" y="240"/>
                </a:lnTo>
                <a:lnTo>
                  <a:pt x="1067" y="236"/>
                </a:lnTo>
                <a:lnTo>
                  <a:pt x="1067" y="240"/>
                </a:lnTo>
                <a:lnTo>
                  <a:pt x="1071" y="240"/>
                </a:lnTo>
                <a:lnTo>
                  <a:pt x="1071" y="0"/>
                </a:lnTo>
                <a:lnTo>
                  <a:pt x="0" y="0"/>
                </a:lnTo>
                <a:lnTo>
                  <a:pt x="0" y="244"/>
                </a:lnTo>
                <a:lnTo>
                  <a:pt x="1071" y="244"/>
                </a:lnTo>
                <a:lnTo>
                  <a:pt x="1071" y="240"/>
                </a:lnTo>
                <a:lnTo>
                  <a:pt x="1067" y="240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4" name="Rectangle 125">
            <a:extLst>
              <a:ext uri="{FF2B5EF4-FFF2-40B4-BE49-F238E27FC236}">
                <a16:creationId xmlns:a16="http://schemas.microsoft.com/office/drawing/2014/main" id="{B107D930-7B77-4FB6-8A58-0D08815FE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7102476"/>
            <a:ext cx="60325" cy="168275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5" name="Rectangle 126">
            <a:extLst>
              <a:ext uri="{FF2B5EF4-FFF2-40B4-BE49-F238E27FC236}">
                <a16:creationId xmlns:a16="http://schemas.microsoft.com/office/drawing/2014/main" id="{D06F6AB8-E2CA-4603-AA4C-800D768C9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276" y="7042151"/>
            <a:ext cx="74613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6" name="Rectangle 127">
            <a:extLst>
              <a:ext uri="{FF2B5EF4-FFF2-40B4-BE49-F238E27FC236}">
                <a16:creationId xmlns:a16="http://schemas.microsoft.com/office/drawing/2014/main" id="{3D973845-4363-402D-AA71-3723238E8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7" name="Rectangle 128">
            <a:extLst>
              <a:ext uri="{FF2B5EF4-FFF2-40B4-BE49-F238E27FC236}">
                <a16:creationId xmlns:a16="http://schemas.microsoft.com/office/drawing/2014/main" id="{5DA55174-207E-4454-8FB1-CB64A336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8" name="Rectangle 129">
            <a:extLst>
              <a:ext uri="{FF2B5EF4-FFF2-40B4-BE49-F238E27FC236}">
                <a16:creationId xmlns:a16="http://schemas.microsoft.com/office/drawing/2014/main" id="{0BE9F842-E0E5-44B6-B2AD-5E503B2D3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7042151"/>
            <a:ext cx="76200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9" name="Rectangle 130">
            <a:extLst>
              <a:ext uri="{FF2B5EF4-FFF2-40B4-BE49-F238E27FC236}">
                <a16:creationId xmlns:a16="http://schemas.microsoft.com/office/drawing/2014/main" id="{08AE98EB-D73B-4058-9959-77EA85539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0" name="Rectangle 131">
            <a:extLst>
              <a:ext uri="{FF2B5EF4-FFF2-40B4-BE49-F238E27FC236}">
                <a16:creationId xmlns:a16="http://schemas.microsoft.com/office/drawing/2014/main" id="{8F3DFF72-4112-4030-8553-68DB85CA3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1" name="Rectangle 132">
            <a:extLst>
              <a:ext uri="{FF2B5EF4-FFF2-40B4-BE49-F238E27FC236}">
                <a16:creationId xmlns:a16="http://schemas.microsoft.com/office/drawing/2014/main" id="{CB877E39-6AE1-4092-A7EC-E53F5D2D5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7042151"/>
            <a:ext cx="76200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2" name="Rectangle 133">
            <a:extLst>
              <a:ext uri="{FF2B5EF4-FFF2-40B4-BE49-F238E27FC236}">
                <a16:creationId xmlns:a16="http://schemas.microsoft.com/office/drawing/2014/main" id="{9ACA2287-F05D-4A44-9615-BC34E5887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8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3" name="Rectangle 134">
            <a:extLst>
              <a:ext uri="{FF2B5EF4-FFF2-40B4-BE49-F238E27FC236}">
                <a16:creationId xmlns:a16="http://schemas.microsoft.com/office/drawing/2014/main" id="{333CFD9C-9144-4F63-B0F8-DE0A2CA2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Rectangle 135">
            <a:extLst>
              <a:ext uri="{FF2B5EF4-FFF2-40B4-BE49-F238E27FC236}">
                <a16:creationId xmlns:a16="http://schemas.microsoft.com/office/drawing/2014/main" id="{EC25ECF2-F16C-43A8-99A5-4FD145B12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838" y="7042151"/>
            <a:ext cx="76200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5" name="Rectangle 136">
            <a:extLst>
              <a:ext uri="{FF2B5EF4-FFF2-40B4-BE49-F238E27FC236}">
                <a16:creationId xmlns:a16="http://schemas.microsoft.com/office/drawing/2014/main" id="{3D346D57-80D2-4339-934C-186E487D5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38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6" name="Rectangle 137">
            <a:extLst>
              <a:ext uri="{FF2B5EF4-FFF2-40B4-BE49-F238E27FC236}">
                <a16:creationId xmlns:a16="http://schemas.microsoft.com/office/drawing/2014/main" id="{9505EDB9-CC25-40C6-8F1E-A3C9D9877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813" y="7042151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7" name="Rectangle 138">
            <a:extLst>
              <a:ext uri="{FF2B5EF4-FFF2-40B4-BE49-F238E27FC236}">
                <a16:creationId xmlns:a16="http://schemas.microsoft.com/office/drawing/2014/main" id="{AD12087D-CE83-48C2-86E8-D83CAEE8E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7042151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8" name="Rectangle 139">
            <a:extLst>
              <a:ext uri="{FF2B5EF4-FFF2-40B4-BE49-F238E27FC236}">
                <a16:creationId xmlns:a16="http://schemas.microsoft.com/office/drawing/2014/main" id="{997AA361-5516-4EA1-A66E-C71D49DA7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7042151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9" name="Rectangle 140">
            <a:extLst>
              <a:ext uri="{FF2B5EF4-FFF2-40B4-BE49-F238E27FC236}">
                <a16:creationId xmlns:a16="http://schemas.microsoft.com/office/drawing/2014/main" id="{5463CED5-27BE-4E7F-A842-0E0404423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7042151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0" name="Rectangle 141">
            <a:extLst>
              <a:ext uri="{FF2B5EF4-FFF2-40B4-BE49-F238E27FC236}">
                <a16:creationId xmlns:a16="http://schemas.microsoft.com/office/drawing/2014/main" id="{E0C30C32-DDFF-40E4-B89C-C1FA9D583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3938" y="7042151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1" name="Rectangle 142">
            <a:extLst>
              <a:ext uri="{FF2B5EF4-FFF2-40B4-BE49-F238E27FC236}">
                <a16:creationId xmlns:a16="http://schemas.microsoft.com/office/drawing/2014/main" id="{D1D0465E-4447-4618-BA82-7B180DF27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7042151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2" name="Rectangle 143">
            <a:extLst>
              <a:ext uri="{FF2B5EF4-FFF2-40B4-BE49-F238E27FC236}">
                <a16:creationId xmlns:a16="http://schemas.microsoft.com/office/drawing/2014/main" id="{DB77CBDA-B868-446A-B52E-6BAE55B94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7042151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3" name="Freeform 144">
            <a:extLst>
              <a:ext uri="{FF2B5EF4-FFF2-40B4-BE49-F238E27FC236}">
                <a16:creationId xmlns:a16="http://schemas.microsoft.com/office/drawing/2014/main" id="{69C415C4-1DBB-40FF-95B2-6F12414D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02176" y="7464426"/>
            <a:ext cx="1700213" cy="385763"/>
          </a:xfrm>
          <a:custGeom>
            <a:avLst/>
            <a:gdLst>
              <a:gd name="T0" fmla="*/ 1067 w 1071"/>
              <a:gd name="T1" fmla="*/ 239 h 243"/>
              <a:gd name="T2" fmla="*/ 1067 w 1071"/>
              <a:gd name="T3" fmla="*/ 235 h 243"/>
              <a:gd name="T4" fmla="*/ 8 w 1071"/>
              <a:gd name="T5" fmla="*/ 235 h 243"/>
              <a:gd name="T6" fmla="*/ 8 w 1071"/>
              <a:gd name="T7" fmla="*/ 8 h 243"/>
              <a:gd name="T8" fmla="*/ 1063 w 1071"/>
              <a:gd name="T9" fmla="*/ 8 h 243"/>
              <a:gd name="T10" fmla="*/ 1063 w 1071"/>
              <a:gd name="T11" fmla="*/ 239 h 243"/>
              <a:gd name="T12" fmla="*/ 1067 w 1071"/>
              <a:gd name="T13" fmla="*/ 239 h 243"/>
              <a:gd name="T14" fmla="*/ 1067 w 1071"/>
              <a:gd name="T15" fmla="*/ 235 h 243"/>
              <a:gd name="T16" fmla="*/ 1067 w 1071"/>
              <a:gd name="T17" fmla="*/ 239 h 243"/>
              <a:gd name="T18" fmla="*/ 1071 w 1071"/>
              <a:gd name="T19" fmla="*/ 239 h 243"/>
              <a:gd name="T20" fmla="*/ 1071 w 1071"/>
              <a:gd name="T21" fmla="*/ 0 h 243"/>
              <a:gd name="T22" fmla="*/ 0 w 1071"/>
              <a:gd name="T23" fmla="*/ 0 h 243"/>
              <a:gd name="T24" fmla="*/ 0 w 1071"/>
              <a:gd name="T25" fmla="*/ 243 h 243"/>
              <a:gd name="T26" fmla="*/ 1071 w 1071"/>
              <a:gd name="T27" fmla="*/ 243 h 243"/>
              <a:gd name="T28" fmla="*/ 1071 w 1071"/>
              <a:gd name="T29" fmla="*/ 239 h 243"/>
              <a:gd name="T30" fmla="*/ 1067 w 1071"/>
              <a:gd name="T31" fmla="*/ 239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71" h="243">
                <a:moveTo>
                  <a:pt x="1067" y="239"/>
                </a:moveTo>
                <a:lnTo>
                  <a:pt x="1067" y="235"/>
                </a:lnTo>
                <a:lnTo>
                  <a:pt x="8" y="235"/>
                </a:lnTo>
                <a:lnTo>
                  <a:pt x="8" y="8"/>
                </a:lnTo>
                <a:lnTo>
                  <a:pt x="1063" y="8"/>
                </a:lnTo>
                <a:lnTo>
                  <a:pt x="1063" y="239"/>
                </a:lnTo>
                <a:lnTo>
                  <a:pt x="1067" y="239"/>
                </a:lnTo>
                <a:lnTo>
                  <a:pt x="1067" y="235"/>
                </a:lnTo>
                <a:lnTo>
                  <a:pt x="1067" y="239"/>
                </a:lnTo>
                <a:lnTo>
                  <a:pt x="1071" y="239"/>
                </a:lnTo>
                <a:lnTo>
                  <a:pt x="1071" y="0"/>
                </a:lnTo>
                <a:lnTo>
                  <a:pt x="0" y="0"/>
                </a:lnTo>
                <a:lnTo>
                  <a:pt x="0" y="243"/>
                </a:lnTo>
                <a:lnTo>
                  <a:pt x="1071" y="243"/>
                </a:lnTo>
                <a:lnTo>
                  <a:pt x="1071" y="239"/>
                </a:lnTo>
                <a:lnTo>
                  <a:pt x="1067" y="239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4" name="Rectangle 145">
            <a:extLst>
              <a:ext uri="{FF2B5EF4-FFF2-40B4-BE49-F238E27FC236}">
                <a16:creationId xmlns:a16="http://schemas.microsoft.com/office/drawing/2014/main" id="{0E8B4FE0-4E86-4D59-9C32-64F716D72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7559676"/>
            <a:ext cx="60325" cy="166688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5" name="Rectangle 146">
            <a:extLst>
              <a:ext uri="{FF2B5EF4-FFF2-40B4-BE49-F238E27FC236}">
                <a16:creationId xmlns:a16="http://schemas.microsoft.com/office/drawing/2014/main" id="{65DDA656-4581-496D-A415-08771DCCD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276" y="7499351"/>
            <a:ext cx="74613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6" name="Rectangle 147">
            <a:extLst>
              <a:ext uri="{FF2B5EF4-FFF2-40B4-BE49-F238E27FC236}">
                <a16:creationId xmlns:a16="http://schemas.microsoft.com/office/drawing/2014/main" id="{64C31F9F-3ABE-4383-8875-8970AD563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7499351"/>
            <a:ext cx="79375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7" name="Rectangle 148">
            <a:extLst>
              <a:ext uri="{FF2B5EF4-FFF2-40B4-BE49-F238E27FC236}">
                <a16:creationId xmlns:a16="http://schemas.microsoft.com/office/drawing/2014/main" id="{0361DED8-F33C-4019-AEA2-91BDDBFEE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7499351"/>
            <a:ext cx="79375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8" name="Rectangle 149">
            <a:extLst>
              <a:ext uri="{FF2B5EF4-FFF2-40B4-BE49-F238E27FC236}">
                <a16:creationId xmlns:a16="http://schemas.microsoft.com/office/drawing/2014/main" id="{D4ED4620-6104-43BF-92DA-543AB3BF5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7499351"/>
            <a:ext cx="76200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9" name="Rectangle 150">
            <a:extLst>
              <a:ext uri="{FF2B5EF4-FFF2-40B4-BE49-F238E27FC236}">
                <a16:creationId xmlns:a16="http://schemas.microsoft.com/office/drawing/2014/main" id="{1B33443E-9FD8-4D7F-8782-2D8453A44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7499351"/>
            <a:ext cx="79375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0" name="Rectangle 151">
            <a:extLst>
              <a:ext uri="{FF2B5EF4-FFF2-40B4-BE49-F238E27FC236}">
                <a16:creationId xmlns:a16="http://schemas.microsoft.com/office/drawing/2014/main" id="{CAC2AFA6-BFFA-48DD-80E7-DD80B0A4E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7499351"/>
            <a:ext cx="79375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1" name="Rectangle 152">
            <a:extLst>
              <a:ext uri="{FF2B5EF4-FFF2-40B4-BE49-F238E27FC236}">
                <a16:creationId xmlns:a16="http://schemas.microsoft.com/office/drawing/2014/main" id="{0CDEDC3B-2321-4C1F-99C7-928327407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7499351"/>
            <a:ext cx="76200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2" name="Rectangle 153">
            <a:extLst>
              <a:ext uri="{FF2B5EF4-FFF2-40B4-BE49-F238E27FC236}">
                <a16:creationId xmlns:a16="http://schemas.microsoft.com/office/drawing/2014/main" id="{4CDB56A9-5FD6-4FE7-9167-6398264C2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8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3" name="Rectangle 154">
            <a:extLst>
              <a:ext uri="{FF2B5EF4-FFF2-40B4-BE49-F238E27FC236}">
                <a16:creationId xmlns:a16="http://schemas.microsoft.com/office/drawing/2014/main" id="{D9216D88-4036-409B-969C-38FFB3132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4" name="Rectangle 155">
            <a:extLst>
              <a:ext uri="{FF2B5EF4-FFF2-40B4-BE49-F238E27FC236}">
                <a16:creationId xmlns:a16="http://schemas.microsoft.com/office/drawing/2014/main" id="{5F1752A5-E856-4784-9343-67FB383A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838" y="7499351"/>
            <a:ext cx="76200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5" name="Rectangle 156">
            <a:extLst>
              <a:ext uri="{FF2B5EF4-FFF2-40B4-BE49-F238E27FC236}">
                <a16:creationId xmlns:a16="http://schemas.microsoft.com/office/drawing/2014/main" id="{5FF1D3A9-7531-4B69-A49D-BDED3C008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38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6" name="Rectangle 157">
            <a:extLst>
              <a:ext uri="{FF2B5EF4-FFF2-40B4-BE49-F238E27FC236}">
                <a16:creationId xmlns:a16="http://schemas.microsoft.com/office/drawing/2014/main" id="{D31275BF-EB45-43D8-A93A-97F5EE313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813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7" name="Rectangle 158">
            <a:extLst>
              <a:ext uri="{FF2B5EF4-FFF2-40B4-BE49-F238E27FC236}">
                <a16:creationId xmlns:a16="http://schemas.microsoft.com/office/drawing/2014/main" id="{64017A89-02A1-46D9-AC86-929F0F299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7499351"/>
            <a:ext cx="76200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8" name="Rectangle 159">
            <a:extLst>
              <a:ext uri="{FF2B5EF4-FFF2-40B4-BE49-F238E27FC236}">
                <a16:creationId xmlns:a16="http://schemas.microsoft.com/office/drawing/2014/main" id="{0C54B45D-D769-49FE-A05A-1A73DA6DD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9" name="Rectangle 160">
            <a:extLst>
              <a:ext uri="{FF2B5EF4-FFF2-40B4-BE49-F238E27FC236}">
                <a16:creationId xmlns:a16="http://schemas.microsoft.com/office/drawing/2014/main" id="{4AD5F83B-AAFD-4932-A524-5CA4DE061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0" name="Rectangle 161">
            <a:extLst>
              <a:ext uri="{FF2B5EF4-FFF2-40B4-BE49-F238E27FC236}">
                <a16:creationId xmlns:a16="http://schemas.microsoft.com/office/drawing/2014/main" id="{499D1E1C-ED04-4211-88EC-EE250D620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3938" y="7499351"/>
            <a:ext cx="76200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1" name="Rectangle 162">
            <a:extLst>
              <a:ext uri="{FF2B5EF4-FFF2-40B4-BE49-F238E27FC236}">
                <a16:creationId xmlns:a16="http://schemas.microsoft.com/office/drawing/2014/main" id="{C6CEAF35-0701-4AFD-855C-DDCA251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2" name="Rectangle 163">
            <a:extLst>
              <a:ext uri="{FF2B5EF4-FFF2-40B4-BE49-F238E27FC236}">
                <a16:creationId xmlns:a16="http://schemas.microsoft.com/office/drawing/2014/main" id="{1F7F47A9-09CB-4967-B187-60D91EE75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3" name="Freeform 164">
            <a:extLst>
              <a:ext uri="{FF2B5EF4-FFF2-40B4-BE49-F238E27FC236}">
                <a16:creationId xmlns:a16="http://schemas.microsoft.com/office/drawing/2014/main" id="{4A6B18CA-9001-47BE-B274-BBE987848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02176" y="7920038"/>
            <a:ext cx="1700213" cy="387350"/>
          </a:xfrm>
          <a:custGeom>
            <a:avLst/>
            <a:gdLst>
              <a:gd name="T0" fmla="*/ 1067 w 1071"/>
              <a:gd name="T1" fmla="*/ 240 h 244"/>
              <a:gd name="T2" fmla="*/ 1067 w 1071"/>
              <a:gd name="T3" fmla="*/ 236 h 244"/>
              <a:gd name="T4" fmla="*/ 8 w 1071"/>
              <a:gd name="T5" fmla="*/ 236 h 244"/>
              <a:gd name="T6" fmla="*/ 8 w 1071"/>
              <a:gd name="T7" fmla="*/ 8 h 244"/>
              <a:gd name="T8" fmla="*/ 1063 w 1071"/>
              <a:gd name="T9" fmla="*/ 8 h 244"/>
              <a:gd name="T10" fmla="*/ 1063 w 1071"/>
              <a:gd name="T11" fmla="*/ 240 h 244"/>
              <a:gd name="T12" fmla="*/ 1067 w 1071"/>
              <a:gd name="T13" fmla="*/ 240 h 244"/>
              <a:gd name="T14" fmla="*/ 1067 w 1071"/>
              <a:gd name="T15" fmla="*/ 236 h 244"/>
              <a:gd name="T16" fmla="*/ 1067 w 1071"/>
              <a:gd name="T17" fmla="*/ 240 h 244"/>
              <a:gd name="T18" fmla="*/ 1071 w 1071"/>
              <a:gd name="T19" fmla="*/ 240 h 244"/>
              <a:gd name="T20" fmla="*/ 1071 w 1071"/>
              <a:gd name="T21" fmla="*/ 0 h 244"/>
              <a:gd name="T22" fmla="*/ 0 w 1071"/>
              <a:gd name="T23" fmla="*/ 0 h 244"/>
              <a:gd name="T24" fmla="*/ 0 w 1071"/>
              <a:gd name="T25" fmla="*/ 244 h 244"/>
              <a:gd name="T26" fmla="*/ 1071 w 1071"/>
              <a:gd name="T27" fmla="*/ 244 h 244"/>
              <a:gd name="T28" fmla="*/ 1071 w 1071"/>
              <a:gd name="T29" fmla="*/ 240 h 244"/>
              <a:gd name="T30" fmla="*/ 1067 w 1071"/>
              <a:gd name="T31" fmla="*/ 24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71" h="244">
                <a:moveTo>
                  <a:pt x="1067" y="240"/>
                </a:moveTo>
                <a:lnTo>
                  <a:pt x="1067" y="236"/>
                </a:lnTo>
                <a:lnTo>
                  <a:pt x="8" y="236"/>
                </a:lnTo>
                <a:lnTo>
                  <a:pt x="8" y="8"/>
                </a:lnTo>
                <a:lnTo>
                  <a:pt x="1063" y="8"/>
                </a:lnTo>
                <a:lnTo>
                  <a:pt x="1063" y="240"/>
                </a:lnTo>
                <a:lnTo>
                  <a:pt x="1067" y="240"/>
                </a:lnTo>
                <a:lnTo>
                  <a:pt x="1067" y="236"/>
                </a:lnTo>
                <a:lnTo>
                  <a:pt x="1067" y="240"/>
                </a:lnTo>
                <a:lnTo>
                  <a:pt x="1071" y="240"/>
                </a:lnTo>
                <a:lnTo>
                  <a:pt x="1071" y="0"/>
                </a:lnTo>
                <a:lnTo>
                  <a:pt x="0" y="0"/>
                </a:lnTo>
                <a:lnTo>
                  <a:pt x="0" y="244"/>
                </a:lnTo>
                <a:lnTo>
                  <a:pt x="1071" y="244"/>
                </a:lnTo>
                <a:lnTo>
                  <a:pt x="1071" y="240"/>
                </a:lnTo>
                <a:lnTo>
                  <a:pt x="1067" y="240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4" name="Rectangle 165">
            <a:extLst>
              <a:ext uri="{FF2B5EF4-FFF2-40B4-BE49-F238E27FC236}">
                <a16:creationId xmlns:a16="http://schemas.microsoft.com/office/drawing/2014/main" id="{561304C2-DB1A-44F4-82A2-AD8B328A3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8015288"/>
            <a:ext cx="60325" cy="168275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5" name="Rectangle 166">
            <a:extLst>
              <a:ext uri="{FF2B5EF4-FFF2-40B4-BE49-F238E27FC236}">
                <a16:creationId xmlns:a16="http://schemas.microsoft.com/office/drawing/2014/main" id="{06A8A7E9-265A-44EB-870C-0235E048D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276" y="7954963"/>
            <a:ext cx="74613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6" name="Rectangle 167">
            <a:extLst>
              <a:ext uri="{FF2B5EF4-FFF2-40B4-BE49-F238E27FC236}">
                <a16:creationId xmlns:a16="http://schemas.microsoft.com/office/drawing/2014/main" id="{95AC2B44-DF66-44E3-8140-46B15CB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7" name="Rectangle 168">
            <a:extLst>
              <a:ext uri="{FF2B5EF4-FFF2-40B4-BE49-F238E27FC236}">
                <a16:creationId xmlns:a16="http://schemas.microsoft.com/office/drawing/2014/main" id="{AEBFA82A-9A2E-4674-AF69-BA9CA12A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8" name="Rectangle 169">
            <a:extLst>
              <a:ext uri="{FF2B5EF4-FFF2-40B4-BE49-F238E27FC236}">
                <a16:creationId xmlns:a16="http://schemas.microsoft.com/office/drawing/2014/main" id="{B7EC482D-2419-4BE9-AD46-F098566B8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7954963"/>
            <a:ext cx="76200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9" name="Rectangle 170">
            <a:extLst>
              <a:ext uri="{FF2B5EF4-FFF2-40B4-BE49-F238E27FC236}">
                <a16:creationId xmlns:a16="http://schemas.microsoft.com/office/drawing/2014/main" id="{50319464-6FF1-466A-A75E-21FBFD125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0" name="Rectangle 171">
            <a:extLst>
              <a:ext uri="{FF2B5EF4-FFF2-40B4-BE49-F238E27FC236}">
                <a16:creationId xmlns:a16="http://schemas.microsoft.com/office/drawing/2014/main" id="{655B5163-62A5-4BE4-8927-B9BFD4995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1" name="Rectangle 172">
            <a:extLst>
              <a:ext uri="{FF2B5EF4-FFF2-40B4-BE49-F238E27FC236}">
                <a16:creationId xmlns:a16="http://schemas.microsoft.com/office/drawing/2014/main" id="{702F2A22-DE21-4BA1-A093-83291BE8B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7954963"/>
            <a:ext cx="76200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2" name="Rectangle 173">
            <a:extLst>
              <a:ext uri="{FF2B5EF4-FFF2-40B4-BE49-F238E27FC236}">
                <a16:creationId xmlns:a16="http://schemas.microsoft.com/office/drawing/2014/main" id="{123EA688-568C-41A6-B444-14E34DC60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8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3" name="Rectangle 174">
            <a:extLst>
              <a:ext uri="{FF2B5EF4-FFF2-40B4-BE49-F238E27FC236}">
                <a16:creationId xmlns:a16="http://schemas.microsoft.com/office/drawing/2014/main" id="{2EED4846-B4BF-4739-8B35-865D522DA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4" name="Rectangle 175">
            <a:extLst>
              <a:ext uri="{FF2B5EF4-FFF2-40B4-BE49-F238E27FC236}">
                <a16:creationId xmlns:a16="http://schemas.microsoft.com/office/drawing/2014/main" id="{0CD697D3-D934-41AB-9416-3186D5D7A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838" y="7954963"/>
            <a:ext cx="76200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5" name="Rectangle 176">
            <a:extLst>
              <a:ext uri="{FF2B5EF4-FFF2-40B4-BE49-F238E27FC236}">
                <a16:creationId xmlns:a16="http://schemas.microsoft.com/office/drawing/2014/main" id="{C6AFBF39-5700-4375-8717-50B019E65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38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6" name="Rectangle 177">
            <a:extLst>
              <a:ext uri="{FF2B5EF4-FFF2-40B4-BE49-F238E27FC236}">
                <a16:creationId xmlns:a16="http://schemas.microsoft.com/office/drawing/2014/main" id="{4658FAFD-BCB0-42BF-BA05-A4C769B7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813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7" name="Rectangle 178">
            <a:extLst>
              <a:ext uri="{FF2B5EF4-FFF2-40B4-BE49-F238E27FC236}">
                <a16:creationId xmlns:a16="http://schemas.microsoft.com/office/drawing/2014/main" id="{C048F1A2-5796-4738-AC9F-07DFCEEC3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7954963"/>
            <a:ext cx="76200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8" name="Rectangle 179">
            <a:extLst>
              <a:ext uri="{FF2B5EF4-FFF2-40B4-BE49-F238E27FC236}">
                <a16:creationId xmlns:a16="http://schemas.microsoft.com/office/drawing/2014/main" id="{CDE99346-07B1-4A21-94B8-676080258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9" name="Rectangle 180">
            <a:extLst>
              <a:ext uri="{FF2B5EF4-FFF2-40B4-BE49-F238E27FC236}">
                <a16:creationId xmlns:a16="http://schemas.microsoft.com/office/drawing/2014/main" id="{CE52D21E-6FD8-4274-BA6F-CB1C952F2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79549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0" name="Rectangle 181">
            <a:extLst>
              <a:ext uri="{FF2B5EF4-FFF2-40B4-BE49-F238E27FC236}">
                <a16:creationId xmlns:a16="http://schemas.microsoft.com/office/drawing/2014/main" id="{ECC917DC-4A5D-48EE-B396-4D663D565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3938" y="7954963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1" name="Rectangle 182">
            <a:extLst>
              <a:ext uri="{FF2B5EF4-FFF2-40B4-BE49-F238E27FC236}">
                <a16:creationId xmlns:a16="http://schemas.microsoft.com/office/drawing/2014/main" id="{C9E19715-2AC1-4B91-944B-ECC6A65BE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79549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2" name="Rectangle 183">
            <a:extLst>
              <a:ext uri="{FF2B5EF4-FFF2-40B4-BE49-F238E27FC236}">
                <a16:creationId xmlns:a16="http://schemas.microsoft.com/office/drawing/2014/main" id="{0ECDAA32-D979-4820-AD6C-6B8CF0370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79549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3" name="Freeform 184">
            <a:extLst>
              <a:ext uri="{FF2B5EF4-FFF2-40B4-BE49-F238E27FC236}">
                <a16:creationId xmlns:a16="http://schemas.microsoft.com/office/drawing/2014/main" id="{8A278C94-D233-4950-9E34-3D24E64A4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02176" y="8377238"/>
            <a:ext cx="1700213" cy="387350"/>
          </a:xfrm>
          <a:custGeom>
            <a:avLst/>
            <a:gdLst>
              <a:gd name="T0" fmla="*/ 1067 w 1071"/>
              <a:gd name="T1" fmla="*/ 240 h 244"/>
              <a:gd name="T2" fmla="*/ 1067 w 1071"/>
              <a:gd name="T3" fmla="*/ 236 h 244"/>
              <a:gd name="T4" fmla="*/ 8 w 1071"/>
              <a:gd name="T5" fmla="*/ 236 h 244"/>
              <a:gd name="T6" fmla="*/ 8 w 1071"/>
              <a:gd name="T7" fmla="*/ 8 h 244"/>
              <a:gd name="T8" fmla="*/ 1063 w 1071"/>
              <a:gd name="T9" fmla="*/ 8 h 244"/>
              <a:gd name="T10" fmla="*/ 1063 w 1071"/>
              <a:gd name="T11" fmla="*/ 240 h 244"/>
              <a:gd name="T12" fmla="*/ 1067 w 1071"/>
              <a:gd name="T13" fmla="*/ 240 h 244"/>
              <a:gd name="T14" fmla="*/ 1067 w 1071"/>
              <a:gd name="T15" fmla="*/ 236 h 244"/>
              <a:gd name="T16" fmla="*/ 1067 w 1071"/>
              <a:gd name="T17" fmla="*/ 240 h 244"/>
              <a:gd name="T18" fmla="*/ 1071 w 1071"/>
              <a:gd name="T19" fmla="*/ 240 h 244"/>
              <a:gd name="T20" fmla="*/ 1071 w 1071"/>
              <a:gd name="T21" fmla="*/ 0 h 244"/>
              <a:gd name="T22" fmla="*/ 0 w 1071"/>
              <a:gd name="T23" fmla="*/ 0 h 244"/>
              <a:gd name="T24" fmla="*/ 0 w 1071"/>
              <a:gd name="T25" fmla="*/ 244 h 244"/>
              <a:gd name="T26" fmla="*/ 1071 w 1071"/>
              <a:gd name="T27" fmla="*/ 244 h 244"/>
              <a:gd name="T28" fmla="*/ 1071 w 1071"/>
              <a:gd name="T29" fmla="*/ 240 h 244"/>
              <a:gd name="T30" fmla="*/ 1067 w 1071"/>
              <a:gd name="T31" fmla="*/ 24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71" h="244">
                <a:moveTo>
                  <a:pt x="1067" y="240"/>
                </a:moveTo>
                <a:lnTo>
                  <a:pt x="1067" y="236"/>
                </a:lnTo>
                <a:lnTo>
                  <a:pt x="8" y="236"/>
                </a:lnTo>
                <a:lnTo>
                  <a:pt x="8" y="8"/>
                </a:lnTo>
                <a:lnTo>
                  <a:pt x="1063" y="8"/>
                </a:lnTo>
                <a:lnTo>
                  <a:pt x="1063" y="240"/>
                </a:lnTo>
                <a:lnTo>
                  <a:pt x="1067" y="240"/>
                </a:lnTo>
                <a:lnTo>
                  <a:pt x="1067" y="236"/>
                </a:lnTo>
                <a:lnTo>
                  <a:pt x="1067" y="240"/>
                </a:lnTo>
                <a:lnTo>
                  <a:pt x="1071" y="240"/>
                </a:lnTo>
                <a:lnTo>
                  <a:pt x="1071" y="0"/>
                </a:lnTo>
                <a:lnTo>
                  <a:pt x="0" y="0"/>
                </a:lnTo>
                <a:lnTo>
                  <a:pt x="0" y="244"/>
                </a:lnTo>
                <a:lnTo>
                  <a:pt x="1071" y="244"/>
                </a:lnTo>
                <a:lnTo>
                  <a:pt x="1071" y="240"/>
                </a:lnTo>
                <a:lnTo>
                  <a:pt x="1067" y="240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4" name="Rectangle 185">
            <a:extLst>
              <a:ext uri="{FF2B5EF4-FFF2-40B4-BE49-F238E27FC236}">
                <a16:creationId xmlns:a16="http://schemas.microsoft.com/office/drawing/2014/main" id="{6C238199-DF4A-413F-86CC-217FE8ABD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8472488"/>
            <a:ext cx="60325" cy="168275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5" name="Rectangle 186">
            <a:extLst>
              <a:ext uri="{FF2B5EF4-FFF2-40B4-BE49-F238E27FC236}">
                <a16:creationId xmlns:a16="http://schemas.microsoft.com/office/drawing/2014/main" id="{DD4CE638-AF83-4287-874D-CE44AF03A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276" y="8412163"/>
            <a:ext cx="74613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6" name="Rectangle 187">
            <a:extLst>
              <a:ext uri="{FF2B5EF4-FFF2-40B4-BE49-F238E27FC236}">
                <a16:creationId xmlns:a16="http://schemas.microsoft.com/office/drawing/2014/main" id="{67178229-A7EE-4D8A-BEDD-C1A5F592C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7" name="Rectangle 188">
            <a:extLst>
              <a:ext uri="{FF2B5EF4-FFF2-40B4-BE49-F238E27FC236}">
                <a16:creationId xmlns:a16="http://schemas.microsoft.com/office/drawing/2014/main" id="{A2B6223D-ECC6-4A14-AF47-FCE6B037B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8" name="Rectangle 189">
            <a:extLst>
              <a:ext uri="{FF2B5EF4-FFF2-40B4-BE49-F238E27FC236}">
                <a16:creationId xmlns:a16="http://schemas.microsoft.com/office/drawing/2014/main" id="{A3405772-B151-4D17-B41D-427AE1397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8412163"/>
            <a:ext cx="76200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9" name="Rectangle 190">
            <a:extLst>
              <a:ext uri="{FF2B5EF4-FFF2-40B4-BE49-F238E27FC236}">
                <a16:creationId xmlns:a16="http://schemas.microsoft.com/office/drawing/2014/main" id="{B7A4F99B-9507-43CC-99D6-52DA6E52C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0" name="Rectangle 191">
            <a:extLst>
              <a:ext uri="{FF2B5EF4-FFF2-40B4-BE49-F238E27FC236}">
                <a16:creationId xmlns:a16="http://schemas.microsoft.com/office/drawing/2014/main" id="{16092A1D-5664-4425-85AC-7E9F3C1B8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1" name="Rectangle 192">
            <a:extLst>
              <a:ext uri="{FF2B5EF4-FFF2-40B4-BE49-F238E27FC236}">
                <a16:creationId xmlns:a16="http://schemas.microsoft.com/office/drawing/2014/main" id="{0049ACA0-7D69-4EA0-AAF9-8D1335F08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8412163"/>
            <a:ext cx="76200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2" name="Rectangle 193">
            <a:extLst>
              <a:ext uri="{FF2B5EF4-FFF2-40B4-BE49-F238E27FC236}">
                <a16:creationId xmlns:a16="http://schemas.microsoft.com/office/drawing/2014/main" id="{46F202D2-E087-4CBD-AA22-316F27E4F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8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3" name="Rectangle 194">
            <a:extLst>
              <a:ext uri="{FF2B5EF4-FFF2-40B4-BE49-F238E27FC236}">
                <a16:creationId xmlns:a16="http://schemas.microsoft.com/office/drawing/2014/main" id="{B3389464-1FCF-4252-A47B-C0631C0FB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4" name="Rectangle 195">
            <a:extLst>
              <a:ext uri="{FF2B5EF4-FFF2-40B4-BE49-F238E27FC236}">
                <a16:creationId xmlns:a16="http://schemas.microsoft.com/office/drawing/2014/main" id="{8CE744B8-224F-4C94-8A65-0582E2D0C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838" y="8412163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5" name="Rectangle 196">
            <a:extLst>
              <a:ext uri="{FF2B5EF4-FFF2-40B4-BE49-F238E27FC236}">
                <a16:creationId xmlns:a16="http://schemas.microsoft.com/office/drawing/2014/main" id="{DE898CE3-F39C-4DFC-BC74-52C1F4666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38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6" name="Rectangle 197">
            <a:extLst>
              <a:ext uri="{FF2B5EF4-FFF2-40B4-BE49-F238E27FC236}">
                <a16:creationId xmlns:a16="http://schemas.microsoft.com/office/drawing/2014/main" id="{9854F30A-B226-4863-B054-2FD7A3EF8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813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7" name="Rectangle 198">
            <a:extLst>
              <a:ext uri="{FF2B5EF4-FFF2-40B4-BE49-F238E27FC236}">
                <a16:creationId xmlns:a16="http://schemas.microsoft.com/office/drawing/2014/main" id="{0F211CD7-C8A4-4705-9716-1AD2EE91F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8412163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8" name="Rectangle 199">
            <a:extLst>
              <a:ext uri="{FF2B5EF4-FFF2-40B4-BE49-F238E27FC236}">
                <a16:creationId xmlns:a16="http://schemas.microsoft.com/office/drawing/2014/main" id="{81DAA8BB-31A5-48EB-8ADE-8FB4D8FE7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9" name="Rectangle 200">
            <a:extLst>
              <a:ext uri="{FF2B5EF4-FFF2-40B4-BE49-F238E27FC236}">
                <a16:creationId xmlns:a16="http://schemas.microsoft.com/office/drawing/2014/main" id="{8AC6DEEE-7D6B-4175-A304-DA5F4194A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0" name="Rectangle 201">
            <a:extLst>
              <a:ext uri="{FF2B5EF4-FFF2-40B4-BE49-F238E27FC236}">
                <a16:creationId xmlns:a16="http://schemas.microsoft.com/office/drawing/2014/main" id="{1BB06CEF-3544-4D4E-B062-EE5FF0E3D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3938" y="8412163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1" name="Rectangle 202">
            <a:extLst>
              <a:ext uri="{FF2B5EF4-FFF2-40B4-BE49-F238E27FC236}">
                <a16:creationId xmlns:a16="http://schemas.microsoft.com/office/drawing/2014/main" id="{F091305E-C47D-4814-BDF9-9D4526A72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2" name="Rectangle 203">
            <a:extLst>
              <a:ext uri="{FF2B5EF4-FFF2-40B4-BE49-F238E27FC236}">
                <a16:creationId xmlns:a16="http://schemas.microsoft.com/office/drawing/2014/main" id="{5CFD74D2-2B59-4FCE-9E25-089FD1B1B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6" name="Freeform 268">
            <a:extLst>
              <a:ext uri="{FF2B5EF4-FFF2-40B4-BE49-F238E27FC236}">
                <a16:creationId xmlns:a16="http://schemas.microsoft.com/office/drawing/2014/main" id="{D892DD88-20BF-4616-8721-AF535B222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46576" y="7350126"/>
            <a:ext cx="0" cy="92075"/>
          </a:xfrm>
          <a:custGeom>
            <a:avLst/>
            <a:gdLst>
              <a:gd name="T0" fmla="*/ 0 h 58"/>
              <a:gd name="T1" fmla="*/ 0 h 58"/>
              <a:gd name="T2" fmla="*/ 0 h 58"/>
              <a:gd name="T3" fmla="*/ 58 h 58"/>
              <a:gd name="T4" fmla="*/ 58 h 58"/>
              <a:gd name="T5" fmla="*/ 0 h 58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</a:cxnLst>
            <a:rect l="0" t="0" r="r" b="b"/>
            <a:pathLst>
              <a:path h="58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58"/>
                </a:lnTo>
                <a:lnTo>
                  <a:pt x="0" y="58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7" name="Freeform 269">
            <a:extLst>
              <a:ext uri="{FF2B5EF4-FFF2-40B4-BE49-F238E27FC236}">
                <a16:creationId xmlns:a16="http://schemas.microsoft.com/office/drawing/2014/main" id="{E4C4F83A-6CA1-44EB-A8F7-AFAE12B16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46576" y="7350126"/>
            <a:ext cx="0" cy="92075"/>
          </a:xfrm>
          <a:custGeom>
            <a:avLst/>
            <a:gdLst>
              <a:gd name="T0" fmla="*/ 0 h 58"/>
              <a:gd name="T1" fmla="*/ 0 h 58"/>
              <a:gd name="T2" fmla="*/ 0 h 58"/>
              <a:gd name="T3" fmla="*/ 58 h 58"/>
              <a:gd name="T4" fmla="*/ 58 h 58"/>
              <a:gd name="T5" fmla="*/ 0 h 58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</a:cxnLst>
            <a:rect l="0" t="0" r="r" b="b"/>
            <a:pathLst>
              <a:path h="58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58"/>
                </a:lnTo>
                <a:lnTo>
                  <a:pt x="0" y="5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1" name="Title 270" hidden="1">
            <a:extLst>
              <a:ext uri="{FF2B5EF4-FFF2-40B4-BE49-F238E27FC236}">
                <a16:creationId xmlns:a16="http://schemas.microsoft.com/office/drawing/2014/main" id="{B8078942-957E-4077-974F-EDAFDFD6C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02912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9">
            <a:extLst>
              <a:ext uri="{FF2B5EF4-FFF2-40B4-BE49-F238E27FC236}">
                <a16:creationId xmlns:a16="http://schemas.microsoft.com/office/drawing/2014/main" id="{EA879C3E-93D3-4B7C-812B-CD11C3BF3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1327150"/>
            <a:ext cx="1727200" cy="790575"/>
          </a:xfrm>
          <a:custGeom>
            <a:avLst/>
            <a:gdLst>
              <a:gd name="T0" fmla="*/ 544 w 1088"/>
              <a:gd name="T1" fmla="*/ 498 h 498"/>
              <a:gd name="T2" fmla="*/ 0 w 1088"/>
              <a:gd name="T3" fmla="*/ 250 h 498"/>
              <a:gd name="T4" fmla="*/ 544 w 1088"/>
              <a:gd name="T5" fmla="*/ 0 h 498"/>
              <a:gd name="T6" fmla="*/ 1088 w 1088"/>
              <a:gd name="T7" fmla="*/ 250 h 498"/>
              <a:gd name="T8" fmla="*/ 544 w 1088"/>
              <a:gd name="T9" fmla="*/ 498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8" h="498">
                <a:moveTo>
                  <a:pt x="544" y="498"/>
                </a:moveTo>
                <a:lnTo>
                  <a:pt x="0" y="250"/>
                </a:lnTo>
                <a:lnTo>
                  <a:pt x="544" y="0"/>
                </a:lnTo>
                <a:lnTo>
                  <a:pt x="1088" y="250"/>
                </a:lnTo>
                <a:lnTo>
                  <a:pt x="544" y="49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7DBC66A0-7CE5-46A3-BBE6-049DC4A09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1724025"/>
            <a:ext cx="863600" cy="438150"/>
          </a:xfrm>
          <a:custGeom>
            <a:avLst/>
            <a:gdLst>
              <a:gd name="T0" fmla="*/ 0 w 544"/>
              <a:gd name="T1" fmla="*/ 0 h 276"/>
              <a:gd name="T2" fmla="*/ 544 w 544"/>
              <a:gd name="T3" fmla="*/ 248 h 276"/>
              <a:gd name="T4" fmla="*/ 544 w 544"/>
              <a:gd name="T5" fmla="*/ 276 h 276"/>
              <a:gd name="T6" fmla="*/ 0 w 544"/>
              <a:gd name="T7" fmla="*/ 26 h 276"/>
              <a:gd name="T8" fmla="*/ 0 w 544"/>
              <a:gd name="T9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6">
                <a:moveTo>
                  <a:pt x="0" y="0"/>
                </a:moveTo>
                <a:lnTo>
                  <a:pt x="544" y="248"/>
                </a:lnTo>
                <a:lnTo>
                  <a:pt x="544" y="27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AB56A12D-C411-4AA7-81CE-0A64AEF32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281113" y="1724025"/>
            <a:ext cx="863600" cy="438150"/>
          </a:xfrm>
          <a:custGeom>
            <a:avLst/>
            <a:gdLst>
              <a:gd name="T0" fmla="*/ 544 w 544"/>
              <a:gd name="T1" fmla="*/ 26 h 276"/>
              <a:gd name="T2" fmla="*/ 0 w 544"/>
              <a:gd name="T3" fmla="*/ 276 h 276"/>
              <a:gd name="T4" fmla="*/ 0 w 544"/>
              <a:gd name="T5" fmla="*/ 248 h 276"/>
              <a:gd name="T6" fmla="*/ 544 w 544"/>
              <a:gd name="T7" fmla="*/ 0 h 276"/>
              <a:gd name="T8" fmla="*/ 544 w 544"/>
              <a:gd name="T9" fmla="*/ 2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6">
                <a:moveTo>
                  <a:pt x="544" y="26"/>
                </a:moveTo>
                <a:lnTo>
                  <a:pt x="0" y="276"/>
                </a:lnTo>
                <a:lnTo>
                  <a:pt x="0" y="248"/>
                </a:lnTo>
                <a:lnTo>
                  <a:pt x="544" y="0"/>
                </a:lnTo>
                <a:lnTo>
                  <a:pt x="544" y="2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B4B3BAD3-3FBB-4D45-8519-4ED473E4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1073150"/>
            <a:ext cx="1727200" cy="790575"/>
          </a:xfrm>
          <a:custGeom>
            <a:avLst/>
            <a:gdLst>
              <a:gd name="T0" fmla="*/ 544 w 1088"/>
              <a:gd name="T1" fmla="*/ 498 h 498"/>
              <a:gd name="T2" fmla="*/ 0 w 1088"/>
              <a:gd name="T3" fmla="*/ 250 h 498"/>
              <a:gd name="T4" fmla="*/ 544 w 1088"/>
              <a:gd name="T5" fmla="*/ 0 h 498"/>
              <a:gd name="T6" fmla="*/ 1088 w 1088"/>
              <a:gd name="T7" fmla="*/ 250 h 498"/>
              <a:gd name="T8" fmla="*/ 544 w 1088"/>
              <a:gd name="T9" fmla="*/ 498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8" h="498">
                <a:moveTo>
                  <a:pt x="544" y="498"/>
                </a:moveTo>
                <a:lnTo>
                  <a:pt x="0" y="250"/>
                </a:lnTo>
                <a:lnTo>
                  <a:pt x="544" y="0"/>
                </a:lnTo>
                <a:lnTo>
                  <a:pt x="1088" y="250"/>
                </a:lnTo>
                <a:lnTo>
                  <a:pt x="544" y="4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6B6B81DB-0D02-4A3F-A637-369F7CFB1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1470025"/>
            <a:ext cx="863600" cy="434975"/>
          </a:xfrm>
          <a:custGeom>
            <a:avLst/>
            <a:gdLst>
              <a:gd name="T0" fmla="*/ 0 w 544"/>
              <a:gd name="T1" fmla="*/ 0 h 274"/>
              <a:gd name="T2" fmla="*/ 544 w 544"/>
              <a:gd name="T3" fmla="*/ 248 h 274"/>
              <a:gd name="T4" fmla="*/ 544 w 544"/>
              <a:gd name="T5" fmla="*/ 274 h 274"/>
              <a:gd name="T6" fmla="*/ 0 w 544"/>
              <a:gd name="T7" fmla="*/ 26 h 274"/>
              <a:gd name="T8" fmla="*/ 0 w 544"/>
              <a:gd name="T9" fmla="*/ 0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4">
                <a:moveTo>
                  <a:pt x="0" y="0"/>
                </a:moveTo>
                <a:lnTo>
                  <a:pt x="544" y="248"/>
                </a:lnTo>
                <a:lnTo>
                  <a:pt x="544" y="274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0E020601-DC42-4017-8AF7-B65FC1487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281113" y="1470025"/>
            <a:ext cx="863600" cy="434975"/>
          </a:xfrm>
          <a:custGeom>
            <a:avLst/>
            <a:gdLst>
              <a:gd name="T0" fmla="*/ 544 w 544"/>
              <a:gd name="T1" fmla="*/ 26 h 274"/>
              <a:gd name="T2" fmla="*/ 0 w 544"/>
              <a:gd name="T3" fmla="*/ 274 h 274"/>
              <a:gd name="T4" fmla="*/ 0 w 544"/>
              <a:gd name="T5" fmla="*/ 248 h 274"/>
              <a:gd name="T6" fmla="*/ 544 w 544"/>
              <a:gd name="T7" fmla="*/ 0 h 274"/>
              <a:gd name="T8" fmla="*/ 544 w 544"/>
              <a:gd name="T9" fmla="*/ 26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4">
                <a:moveTo>
                  <a:pt x="544" y="26"/>
                </a:moveTo>
                <a:lnTo>
                  <a:pt x="0" y="274"/>
                </a:lnTo>
                <a:lnTo>
                  <a:pt x="0" y="248"/>
                </a:lnTo>
                <a:lnTo>
                  <a:pt x="544" y="0"/>
                </a:lnTo>
                <a:lnTo>
                  <a:pt x="544" y="2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85424703-7C31-47BB-9D01-7FFC0F0EB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819150"/>
            <a:ext cx="1727200" cy="790575"/>
          </a:xfrm>
          <a:custGeom>
            <a:avLst/>
            <a:gdLst>
              <a:gd name="T0" fmla="*/ 544 w 1088"/>
              <a:gd name="T1" fmla="*/ 498 h 498"/>
              <a:gd name="T2" fmla="*/ 0 w 1088"/>
              <a:gd name="T3" fmla="*/ 250 h 498"/>
              <a:gd name="T4" fmla="*/ 544 w 1088"/>
              <a:gd name="T5" fmla="*/ 0 h 498"/>
              <a:gd name="T6" fmla="*/ 1088 w 1088"/>
              <a:gd name="T7" fmla="*/ 250 h 498"/>
              <a:gd name="T8" fmla="*/ 544 w 1088"/>
              <a:gd name="T9" fmla="*/ 498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8" h="498">
                <a:moveTo>
                  <a:pt x="544" y="498"/>
                </a:moveTo>
                <a:lnTo>
                  <a:pt x="0" y="250"/>
                </a:lnTo>
                <a:lnTo>
                  <a:pt x="544" y="0"/>
                </a:lnTo>
                <a:lnTo>
                  <a:pt x="1088" y="250"/>
                </a:lnTo>
                <a:lnTo>
                  <a:pt x="544" y="4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6" name="Freeform 46">
            <a:extLst>
              <a:ext uri="{FF2B5EF4-FFF2-40B4-BE49-F238E27FC236}">
                <a16:creationId xmlns:a16="http://schemas.microsoft.com/office/drawing/2014/main" id="{D7D58C08-3111-4536-8E78-5E87216A9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1216025"/>
            <a:ext cx="863600" cy="438150"/>
          </a:xfrm>
          <a:custGeom>
            <a:avLst/>
            <a:gdLst>
              <a:gd name="T0" fmla="*/ 0 w 544"/>
              <a:gd name="T1" fmla="*/ 0 h 276"/>
              <a:gd name="T2" fmla="*/ 544 w 544"/>
              <a:gd name="T3" fmla="*/ 248 h 276"/>
              <a:gd name="T4" fmla="*/ 544 w 544"/>
              <a:gd name="T5" fmla="*/ 276 h 276"/>
              <a:gd name="T6" fmla="*/ 0 w 544"/>
              <a:gd name="T7" fmla="*/ 26 h 276"/>
              <a:gd name="T8" fmla="*/ 0 w 544"/>
              <a:gd name="T9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6">
                <a:moveTo>
                  <a:pt x="0" y="0"/>
                </a:moveTo>
                <a:lnTo>
                  <a:pt x="544" y="248"/>
                </a:lnTo>
                <a:lnTo>
                  <a:pt x="544" y="27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73E8960B-566C-47DD-AB3F-71832512F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281113" y="1216025"/>
            <a:ext cx="863600" cy="438150"/>
          </a:xfrm>
          <a:custGeom>
            <a:avLst/>
            <a:gdLst>
              <a:gd name="T0" fmla="*/ 544 w 544"/>
              <a:gd name="T1" fmla="*/ 26 h 276"/>
              <a:gd name="T2" fmla="*/ 0 w 544"/>
              <a:gd name="T3" fmla="*/ 276 h 276"/>
              <a:gd name="T4" fmla="*/ 0 w 544"/>
              <a:gd name="T5" fmla="*/ 248 h 276"/>
              <a:gd name="T6" fmla="*/ 544 w 544"/>
              <a:gd name="T7" fmla="*/ 0 h 276"/>
              <a:gd name="T8" fmla="*/ 544 w 544"/>
              <a:gd name="T9" fmla="*/ 2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6">
                <a:moveTo>
                  <a:pt x="544" y="26"/>
                </a:moveTo>
                <a:lnTo>
                  <a:pt x="0" y="276"/>
                </a:lnTo>
                <a:lnTo>
                  <a:pt x="0" y="248"/>
                </a:lnTo>
                <a:lnTo>
                  <a:pt x="544" y="0"/>
                </a:lnTo>
                <a:lnTo>
                  <a:pt x="544" y="2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8" name="Freeform 48">
            <a:extLst>
              <a:ext uri="{FF2B5EF4-FFF2-40B4-BE49-F238E27FC236}">
                <a16:creationId xmlns:a16="http://schemas.microsoft.com/office/drawing/2014/main" id="{83CDC47D-D0FF-4A0B-9C48-ABD27F37C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565150"/>
            <a:ext cx="1727200" cy="790575"/>
          </a:xfrm>
          <a:custGeom>
            <a:avLst/>
            <a:gdLst>
              <a:gd name="T0" fmla="*/ 544 w 1088"/>
              <a:gd name="T1" fmla="*/ 498 h 498"/>
              <a:gd name="T2" fmla="*/ 0 w 1088"/>
              <a:gd name="T3" fmla="*/ 250 h 498"/>
              <a:gd name="T4" fmla="*/ 544 w 1088"/>
              <a:gd name="T5" fmla="*/ 0 h 498"/>
              <a:gd name="T6" fmla="*/ 1088 w 1088"/>
              <a:gd name="T7" fmla="*/ 250 h 498"/>
              <a:gd name="T8" fmla="*/ 544 w 1088"/>
              <a:gd name="T9" fmla="*/ 498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8" h="498">
                <a:moveTo>
                  <a:pt x="544" y="498"/>
                </a:moveTo>
                <a:lnTo>
                  <a:pt x="0" y="250"/>
                </a:lnTo>
                <a:lnTo>
                  <a:pt x="544" y="0"/>
                </a:lnTo>
                <a:lnTo>
                  <a:pt x="1088" y="250"/>
                </a:lnTo>
                <a:lnTo>
                  <a:pt x="544" y="4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9" name="Freeform 49">
            <a:extLst>
              <a:ext uri="{FF2B5EF4-FFF2-40B4-BE49-F238E27FC236}">
                <a16:creationId xmlns:a16="http://schemas.microsoft.com/office/drawing/2014/main" id="{5216E13A-CC91-4B41-8F01-4DD9815DA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962025"/>
            <a:ext cx="863600" cy="434975"/>
          </a:xfrm>
          <a:custGeom>
            <a:avLst/>
            <a:gdLst>
              <a:gd name="T0" fmla="*/ 0 w 544"/>
              <a:gd name="T1" fmla="*/ 0 h 274"/>
              <a:gd name="T2" fmla="*/ 544 w 544"/>
              <a:gd name="T3" fmla="*/ 248 h 274"/>
              <a:gd name="T4" fmla="*/ 544 w 544"/>
              <a:gd name="T5" fmla="*/ 274 h 274"/>
              <a:gd name="T6" fmla="*/ 0 w 544"/>
              <a:gd name="T7" fmla="*/ 26 h 274"/>
              <a:gd name="T8" fmla="*/ 0 w 544"/>
              <a:gd name="T9" fmla="*/ 0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4">
                <a:moveTo>
                  <a:pt x="0" y="0"/>
                </a:moveTo>
                <a:lnTo>
                  <a:pt x="544" y="248"/>
                </a:lnTo>
                <a:lnTo>
                  <a:pt x="544" y="274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0" name="Freeform 50">
            <a:extLst>
              <a:ext uri="{FF2B5EF4-FFF2-40B4-BE49-F238E27FC236}">
                <a16:creationId xmlns:a16="http://schemas.microsoft.com/office/drawing/2014/main" id="{0092EDA4-48A1-470F-9131-38A72C81D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281113" y="962025"/>
            <a:ext cx="863600" cy="434975"/>
          </a:xfrm>
          <a:custGeom>
            <a:avLst/>
            <a:gdLst>
              <a:gd name="T0" fmla="*/ 544 w 544"/>
              <a:gd name="T1" fmla="*/ 26 h 274"/>
              <a:gd name="T2" fmla="*/ 0 w 544"/>
              <a:gd name="T3" fmla="*/ 274 h 274"/>
              <a:gd name="T4" fmla="*/ 0 w 544"/>
              <a:gd name="T5" fmla="*/ 248 h 274"/>
              <a:gd name="T6" fmla="*/ 544 w 544"/>
              <a:gd name="T7" fmla="*/ 0 h 274"/>
              <a:gd name="T8" fmla="*/ 544 w 544"/>
              <a:gd name="T9" fmla="*/ 26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4">
                <a:moveTo>
                  <a:pt x="544" y="26"/>
                </a:moveTo>
                <a:lnTo>
                  <a:pt x="0" y="274"/>
                </a:lnTo>
                <a:lnTo>
                  <a:pt x="0" y="248"/>
                </a:lnTo>
                <a:lnTo>
                  <a:pt x="544" y="0"/>
                </a:lnTo>
                <a:lnTo>
                  <a:pt x="544" y="2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Oval 33">
            <a:extLst>
              <a:ext uri="{FF2B5EF4-FFF2-40B4-BE49-F238E27FC236}">
                <a16:creationId xmlns:a16="http://schemas.microsoft.com/office/drawing/2014/main" id="{06F00E64-093E-448E-B832-0A880314F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1374775"/>
            <a:ext cx="1358900" cy="749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6FCF8237-698A-4A1D-888E-A4C240BF5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97163" y="1749425"/>
            <a:ext cx="1358900" cy="415925"/>
          </a:xfrm>
          <a:custGeom>
            <a:avLst/>
            <a:gdLst>
              <a:gd name="T0" fmla="*/ 428 w 428"/>
              <a:gd name="T1" fmla="*/ 0 h 131"/>
              <a:gd name="T2" fmla="*/ 214 w 428"/>
              <a:gd name="T3" fmla="*/ 118 h 131"/>
              <a:gd name="T4" fmla="*/ 0 w 428"/>
              <a:gd name="T5" fmla="*/ 0 h 131"/>
              <a:gd name="T6" fmla="*/ 0 w 428"/>
              <a:gd name="T7" fmla="*/ 13 h 131"/>
              <a:gd name="T8" fmla="*/ 214 w 428"/>
              <a:gd name="T9" fmla="*/ 131 h 131"/>
              <a:gd name="T10" fmla="*/ 428 w 428"/>
              <a:gd name="T11" fmla="*/ 13 h 131"/>
              <a:gd name="T12" fmla="*/ 428 w 428"/>
              <a:gd name="T13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" h="131">
                <a:moveTo>
                  <a:pt x="428" y="0"/>
                </a:moveTo>
                <a:cubicBezTo>
                  <a:pt x="428" y="65"/>
                  <a:pt x="332" y="118"/>
                  <a:pt x="214" y="118"/>
                </a:cubicBezTo>
                <a:cubicBezTo>
                  <a:pt x="96" y="118"/>
                  <a:pt x="0" y="65"/>
                  <a:pt x="0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78"/>
                  <a:pt x="96" y="131"/>
                  <a:pt x="214" y="131"/>
                </a:cubicBezTo>
                <a:cubicBezTo>
                  <a:pt x="332" y="131"/>
                  <a:pt x="428" y="78"/>
                  <a:pt x="428" y="13"/>
                </a:cubicBezTo>
                <a:lnTo>
                  <a:pt x="428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Oval 35">
            <a:extLst>
              <a:ext uri="{FF2B5EF4-FFF2-40B4-BE49-F238E27FC236}">
                <a16:creationId xmlns:a16="http://schemas.microsoft.com/office/drawing/2014/main" id="{5DB72F13-42B4-4ABC-8ACB-9836C2E3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1104900"/>
            <a:ext cx="1358900" cy="749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412D97C2-C2CD-471B-9E23-658EB4918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97163" y="1479550"/>
            <a:ext cx="1358900" cy="415925"/>
          </a:xfrm>
          <a:custGeom>
            <a:avLst/>
            <a:gdLst>
              <a:gd name="T0" fmla="*/ 428 w 428"/>
              <a:gd name="T1" fmla="*/ 0 h 131"/>
              <a:gd name="T2" fmla="*/ 214 w 428"/>
              <a:gd name="T3" fmla="*/ 118 h 131"/>
              <a:gd name="T4" fmla="*/ 0 w 428"/>
              <a:gd name="T5" fmla="*/ 0 h 131"/>
              <a:gd name="T6" fmla="*/ 0 w 428"/>
              <a:gd name="T7" fmla="*/ 13 h 131"/>
              <a:gd name="T8" fmla="*/ 214 w 428"/>
              <a:gd name="T9" fmla="*/ 131 h 131"/>
              <a:gd name="T10" fmla="*/ 428 w 428"/>
              <a:gd name="T11" fmla="*/ 13 h 131"/>
              <a:gd name="T12" fmla="*/ 428 w 428"/>
              <a:gd name="T13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" h="131">
                <a:moveTo>
                  <a:pt x="428" y="0"/>
                </a:moveTo>
                <a:cubicBezTo>
                  <a:pt x="428" y="65"/>
                  <a:pt x="332" y="118"/>
                  <a:pt x="214" y="118"/>
                </a:cubicBezTo>
                <a:cubicBezTo>
                  <a:pt x="96" y="118"/>
                  <a:pt x="0" y="65"/>
                  <a:pt x="0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78"/>
                  <a:pt x="96" y="131"/>
                  <a:pt x="214" y="131"/>
                </a:cubicBezTo>
                <a:cubicBezTo>
                  <a:pt x="332" y="131"/>
                  <a:pt x="428" y="78"/>
                  <a:pt x="428" y="13"/>
                </a:cubicBezTo>
                <a:lnTo>
                  <a:pt x="428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Oval 37">
            <a:extLst>
              <a:ext uri="{FF2B5EF4-FFF2-40B4-BE49-F238E27FC236}">
                <a16:creationId xmlns:a16="http://schemas.microsoft.com/office/drawing/2014/main" id="{033900A6-6E6D-4BB8-906A-EFFCE560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835025"/>
            <a:ext cx="1358900" cy="749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63DCEF72-493E-45D3-AFC3-90164FA08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97163" y="1209675"/>
            <a:ext cx="1358900" cy="415925"/>
          </a:xfrm>
          <a:custGeom>
            <a:avLst/>
            <a:gdLst>
              <a:gd name="T0" fmla="*/ 428 w 428"/>
              <a:gd name="T1" fmla="*/ 0 h 131"/>
              <a:gd name="T2" fmla="*/ 214 w 428"/>
              <a:gd name="T3" fmla="*/ 118 h 131"/>
              <a:gd name="T4" fmla="*/ 0 w 428"/>
              <a:gd name="T5" fmla="*/ 0 h 131"/>
              <a:gd name="T6" fmla="*/ 0 w 428"/>
              <a:gd name="T7" fmla="*/ 13 h 131"/>
              <a:gd name="T8" fmla="*/ 214 w 428"/>
              <a:gd name="T9" fmla="*/ 131 h 131"/>
              <a:gd name="T10" fmla="*/ 428 w 428"/>
              <a:gd name="T11" fmla="*/ 13 h 131"/>
              <a:gd name="T12" fmla="*/ 428 w 428"/>
              <a:gd name="T13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" h="131">
                <a:moveTo>
                  <a:pt x="428" y="0"/>
                </a:moveTo>
                <a:cubicBezTo>
                  <a:pt x="428" y="65"/>
                  <a:pt x="332" y="118"/>
                  <a:pt x="214" y="118"/>
                </a:cubicBezTo>
                <a:cubicBezTo>
                  <a:pt x="96" y="118"/>
                  <a:pt x="0" y="65"/>
                  <a:pt x="0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78"/>
                  <a:pt x="96" y="131"/>
                  <a:pt x="214" y="131"/>
                </a:cubicBezTo>
                <a:cubicBezTo>
                  <a:pt x="332" y="131"/>
                  <a:pt x="428" y="78"/>
                  <a:pt x="428" y="13"/>
                </a:cubicBezTo>
                <a:lnTo>
                  <a:pt x="428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1" name="Oval 51">
            <a:extLst>
              <a:ext uri="{FF2B5EF4-FFF2-40B4-BE49-F238E27FC236}">
                <a16:creationId xmlns:a16="http://schemas.microsoft.com/office/drawing/2014/main" id="{FB612BDE-1903-4517-8F1D-2039CA57D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65150"/>
            <a:ext cx="1358900" cy="7461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4" name="Freeform 55">
            <a:extLst>
              <a:ext uri="{FF2B5EF4-FFF2-40B4-BE49-F238E27FC236}">
                <a16:creationId xmlns:a16="http://schemas.microsoft.com/office/drawing/2014/main" id="{C14923BF-0E43-4494-9B16-63991A76E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97163" y="939800"/>
            <a:ext cx="1358900" cy="415925"/>
          </a:xfrm>
          <a:custGeom>
            <a:avLst/>
            <a:gdLst>
              <a:gd name="T0" fmla="*/ 428 w 428"/>
              <a:gd name="T1" fmla="*/ 0 h 131"/>
              <a:gd name="T2" fmla="*/ 214 w 428"/>
              <a:gd name="T3" fmla="*/ 117 h 131"/>
              <a:gd name="T4" fmla="*/ 0 w 428"/>
              <a:gd name="T5" fmla="*/ 0 h 131"/>
              <a:gd name="T6" fmla="*/ 0 w 428"/>
              <a:gd name="T7" fmla="*/ 13 h 131"/>
              <a:gd name="T8" fmla="*/ 214 w 428"/>
              <a:gd name="T9" fmla="*/ 131 h 131"/>
              <a:gd name="T10" fmla="*/ 428 w 428"/>
              <a:gd name="T11" fmla="*/ 13 h 131"/>
              <a:gd name="T12" fmla="*/ 428 w 428"/>
              <a:gd name="T13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" h="131">
                <a:moveTo>
                  <a:pt x="428" y="0"/>
                </a:moveTo>
                <a:cubicBezTo>
                  <a:pt x="428" y="65"/>
                  <a:pt x="332" y="117"/>
                  <a:pt x="214" y="117"/>
                </a:cubicBezTo>
                <a:cubicBezTo>
                  <a:pt x="96" y="117"/>
                  <a:pt x="0" y="65"/>
                  <a:pt x="0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78"/>
                  <a:pt x="96" y="131"/>
                  <a:pt x="214" y="131"/>
                </a:cubicBezTo>
                <a:cubicBezTo>
                  <a:pt x="332" y="131"/>
                  <a:pt x="428" y="78"/>
                  <a:pt x="428" y="13"/>
                </a:cubicBezTo>
                <a:lnTo>
                  <a:pt x="42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7D439D31-886D-4564-B476-6442F26E3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48188" y="1365250"/>
            <a:ext cx="1797050" cy="577850"/>
          </a:xfrm>
          <a:custGeom>
            <a:avLst/>
            <a:gdLst>
              <a:gd name="T0" fmla="*/ 1132 w 1132"/>
              <a:gd name="T1" fmla="*/ 364 h 364"/>
              <a:gd name="T2" fmla="*/ 0 w 1132"/>
              <a:gd name="T3" fmla="*/ 364 h 364"/>
              <a:gd name="T4" fmla="*/ 208 w 1132"/>
              <a:gd name="T5" fmla="*/ 0 h 364"/>
              <a:gd name="T6" fmla="*/ 924 w 1132"/>
              <a:gd name="T7" fmla="*/ 0 h 364"/>
              <a:gd name="T8" fmla="*/ 1132 w 1132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32" h="364">
                <a:moveTo>
                  <a:pt x="1132" y="364"/>
                </a:moveTo>
                <a:lnTo>
                  <a:pt x="0" y="364"/>
                </a:lnTo>
                <a:lnTo>
                  <a:pt x="208" y="0"/>
                </a:lnTo>
                <a:lnTo>
                  <a:pt x="924" y="0"/>
                </a:lnTo>
                <a:lnTo>
                  <a:pt x="1132" y="36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7058D6CE-DF90-4998-A5F7-36C817C61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188" y="1943100"/>
            <a:ext cx="1797050" cy="4445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15B4E49D-3F3A-4488-A86A-880C0EA0C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48188" y="1098550"/>
            <a:ext cx="1797050" cy="577850"/>
          </a:xfrm>
          <a:custGeom>
            <a:avLst/>
            <a:gdLst>
              <a:gd name="T0" fmla="*/ 1132 w 1132"/>
              <a:gd name="T1" fmla="*/ 364 h 364"/>
              <a:gd name="T2" fmla="*/ 0 w 1132"/>
              <a:gd name="T3" fmla="*/ 364 h 364"/>
              <a:gd name="T4" fmla="*/ 208 w 1132"/>
              <a:gd name="T5" fmla="*/ 0 h 364"/>
              <a:gd name="T6" fmla="*/ 924 w 1132"/>
              <a:gd name="T7" fmla="*/ 0 h 364"/>
              <a:gd name="T8" fmla="*/ 1132 w 1132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32" h="364">
                <a:moveTo>
                  <a:pt x="1132" y="364"/>
                </a:moveTo>
                <a:lnTo>
                  <a:pt x="0" y="364"/>
                </a:lnTo>
                <a:lnTo>
                  <a:pt x="208" y="0"/>
                </a:lnTo>
                <a:lnTo>
                  <a:pt x="924" y="0"/>
                </a:lnTo>
                <a:lnTo>
                  <a:pt x="1132" y="3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D56EED6A-A7E8-4C49-A6E0-FFCC141BA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188" y="1676400"/>
            <a:ext cx="1797050" cy="4445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B839CDC9-22A0-4511-980F-DA8869D9B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48188" y="831850"/>
            <a:ext cx="1797050" cy="577850"/>
          </a:xfrm>
          <a:custGeom>
            <a:avLst/>
            <a:gdLst>
              <a:gd name="T0" fmla="*/ 1132 w 1132"/>
              <a:gd name="T1" fmla="*/ 364 h 364"/>
              <a:gd name="T2" fmla="*/ 0 w 1132"/>
              <a:gd name="T3" fmla="*/ 364 h 364"/>
              <a:gd name="T4" fmla="*/ 208 w 1132"/>
              <a:gd name="T5" fmla="*/ 0 h 364"/>
              <a:gd name="T6" fmla="*/ 924 w 1132"/>
              <a:gd name="T7" fmla="*/ 0 h 364"/>
              <a:gd name="T8" fmla="*/ 1132 w 1132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32" h="364">
                <a:moveTo>
                  <a:pt x="1132" y="364"/>
                </a:moveTo>
                <a:lnTo>
                  <a:pt x="0" y="364"/>
                </a:lnTo>
                <a:lnTo>
                  <a:pt x="208" y="0"/>
                </a:lnTo>
                <a:lnTo>
                  <a:pt x="924" y="0"/>
                </a:lnTo>
                <a:lnTo>
                  <a:pt x="1132" y="3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2" name="Rectangle 32">
            <a:extLst>
              <a:ext uri="{FF2B5EF4-FFF2-40B4-BE49-F238E27FC236}">
                <a16:creationId xmlns:a16="http://schemas.microsoft.com/office/drawing/2014/main" id="{179FFB5D-5E22-4362-B20D-C812DA683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188" y="1409700"/>
            <a:ext cx="1797050" cy="444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5" name="Freeform 56">
            <a:extLst>
              <a:ext uri="{FF2B5EF4-FFF2-40B4-BE49-F238E27FC236}">
                <a16:creationId xmlns:a16="http://schemas.microsoft.com/office/drawing/2014/main" id="{80D2D69A-ECDA-4916-890A-3297FB2AB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48188" y="565150"/>
            <a:ext cx="1797050" cy="577850"/>
          </a:xfrm>
          <a:custGeom>
            <a:avLst/>
            <a:gdLst>
              <a:gd name="T0" fmla="*/ 1132 w 1132"/>
              <a:gd name="T1" fmla="*/ 364 h 364"/>
              <a:gd name="T2" fmla="*/ 0 w 1132"/>
              <a:gd name="T3" fmla="*/ 364 h 364"/>
              <a:gd name="T4" fmla="*/ 208 w 1132"/>
              <a:gd name="T5" fmla="*/ 0 h 364"/>
              <a:gd name="T6" fmla="*/ 924 w 1132"/>
              <a:gd name="T7" fmla="*/ 0 h 364"/>
              <a:gd name="T8" fmla="*/ 1132 w 1132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32" h="364">
                <a:moveTo>
                  <a:pt x="1132" y="364"/>
                </a:moveTo>
                <a:lnTo>
                  <a:pt x="0" y="364"/>
                </a:lnTo>
                <a:lnTo>
                  <a:pt x="208" y="0"/>
                </a:lnTo>
                <a:lnTo>
                  <a:pt x="924" y="0"/>
                </a:lnTo>
                <a:lnTo>
                  <a:pt x="1132" y="3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6" name="Rectangle 57">
            <a:extLst>
              <a:ext uri="{FF2B5EF4-FFF2-40B4-BE49-F238E27FC236}">
                <a16:creationId xmlns:a16="http://schemas.microsoft.com/office/drawing/2014/main" id="{8029D495-5425-4060-94B4-4345ECE7A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188" y="1143000"/>
            <a:ext cx="1797050" cy="444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Rectangle 68">
            <a:extLst>
              <a:ext uri="{FF2B5EF4-FFF2-40B4-BE49-F238E27FC236}">
                <a16:creationId xmlns:a16="http://schemas.microsoft.com/office/drawing/2014/main" id="{7978D1CE-76CD-4FCF-AA1A-AB859A3E2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2578100"/>
            <a:ext cx="361950" cy="14128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Rectangle 69">
            <a:extLst>
              <a:ext uri="{FF2B5EF4-FFF2-40B4-BE49-F238E27FC236}">
                <a16:creationId xmlns:a16="http://schemas.microsoft.com/office/drawing/2014/main" id="{81A89DF2-5C43-4496-B2C9-309149BD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3559175"/>
            <a:ext cx="361950" cy="43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Oval 72">
            <a:extLst>
              <a:ext uri="{FF2B5EF4-FFF2-40B4-BE49-F238E27FC236}">
                <a16:creationId xmlns:a16="http://schemas.microsoft.com/office/drawing/2014/main" id="{117E1174-A39D-4815-9767-1E35E6B2D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3486150"/>
            <a:ext cx="361950" cy="14605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Rectangle 58">
            <a:extLst>
              <a:ext uri="{FF2B5EF4-FFF2-40B4-BE49-F238E27FC236}">
                <a16:creationId xmlns:a16="http://schemas.microsoft.com/office/drawing/2014/main" id="{DF3AEC48-5134-4F64-824C-B3A68EDE5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578100"/>
            <a:ext cx="358775" cy="14128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8" name="Rectangle 59">
            <a:extLst>
              <a:ext uri="{FF2B5EF4-FFF2-40B4-BE49-F238E27FC236}">
                <a16:creationId xmlns:a16="http://schemas.microsoft.com/office/drawing/2014/main" id="{0453578D-A137-459A-93C8-CF0A37573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321050"/>
            <a:ext cx="358775" cy="669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9" name="Oval 60">
            <a:extLst>
              <a:ext uri="{FF2B5EF4-FFF2-40B4-BE49-F238E27FC236}">
                <a16:creationId xmlns:a16="http://schemas.microsoft.com/office/drawing/2014/main" id="{88BC530C-A0AE-43CC-B286-E06625488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505075"/>
            <a:ext cx="358775" cy="146050"/>
          </a:xfrm>
          <a:prstGeom prst="ellipse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0" name="Oval 61">
            <a:extLst>
              <a:ext uri="{FF2B5EF4-FFF2-40B4-BE49-F238E27FC236}">
                <a16:creationId xmlns:a16="http://schemas.microsoft.com/office/drawing/2014/main" id="{5C4253D6-DC2F-424B-863F-354511309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917950"/>
            <a:ext cx="358775" cy="1460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1" name="Oval 62">
            <a:extLst>
              <a:ext uri="{FF2B5EF4-FFF2-40B4-BE49-F238E27FC236}">
                <a16:creationId xmlns:a16="http://schemas.microsoft.com/office/drawing/2014/main" id="{F4612B34-2C88-4C13-BEDE-7F08E13D0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244850"/>
            <a:ext cx="358775" cy="14605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" name="Rectangle 63">
            <a:extLst>
              <a:ext uri="{FF2B5EF4-FFF2-40B4-BE49-F238E27FC236}">
                <a16:creationId xmlns:a16="http://schemas.microsoft.com/office/drawing/2014/main" id="{8C6EFD1C-A3D7-478F-8732-5ABFE62FC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578100"/>
            <a:ext cx="361950" cy="14128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3" name="Rectangle 64">
            <a:extLst>
              <a:ext uri="{FF2B5EF4-FFF2-40B4-BE49-F238E27FC236}">
                <a16:creationId xmlns:a16="http://schemas.microsoft.com/office/drawing/2014/main" id="{437CE420-7F3C-4759-8176-FA0D9C376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987675"/>
            <a:ext cx="361950" cy="100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" name="Oval 65">
            <a:extLst>
              <a:ext uri="{FF2B5EF4-FFF2-40B4-BE49-F238E27FC236}">
                <a16:creationId xmlns:a16="http://schemas.microsoft.com/office/drawing/2014/main" id="{163FC335-2B82-4F43-88AD-6937F6A6C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505075"/>
            <a:ext cx="361950" cy="146050"/>
          </a:xfrm>
          <a:prstGeom prst="ellipse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5" name="Oval 66">
            <a:extLst>
              <a:ext uri="{FF2B5EF4-FFF2-40B4-BE49-F238E27FC236}">
                <a16:creationId xmlns:a16="http://schemas.microsoft.com/office/drawing/2014/main" id="{C581DE08-E92F-4DD5-9987-1AA0FF824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3917950"/>
            <a:ext cx="361950" cy="1460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6" name="Oval 67">
            <a:extLst>
              <a:ext uri="{FF2B5EF4-FFF2-40B4-BE49-F238E27FC236}">
                <a16:creationId xmlns:a16="http://schemas.microsoft.com/office/drawing/2014/main" id="{6478A347-0164-4D44-B0E9-6537AAE8F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914650"/>
            <a:ext cx="361950" cy="14287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7" name="Oval 70">
            <a:extLst>
              <a:ext uri="{FF2B5EF4-FFF2-40B4-BE49-F238E27FC236}">
                <a16:creationId xmlns:a16="http://schemas.microsoft.com/office/drawing/2014/main" id="{79AD4E5E-D6EE-4941-A70B-1C37A4128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2505075"/>
            <a:ext cx="361950" cy="146050"/>
          </a:xfrm>
          <a:prstGeom prst="ellipse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8" name="Oval 71">
            <a:extLst>
              <a:ext uri="{FF2B5EF4-FFF2-40B4-BE49-F238E27FC236}">
                <a16:creationId xmlns:a16="http://schemas.microsoft.com/office/drawing/2014/main" id="{E7AF7F5B-62F1-4D37-8646-A2C148A7F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3917950"/>
            <a:ext cx="361950" cy="1460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9" name="Rectangle 73">
            <a:extLst>
              <a:ext uri="{FF2B5EF4-FFF2-40B4-BE49-F238E27FC236}">
                <a16:creationId xmlns:a16="http://schemas.microsoft.com/office/drawing/2014/main" id="{851186A0-FCBD-4BD9-A136-6DB3B795F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2578100"/>
            <a:ext cx="358775" cy="14128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0" name="Rectangle 74">
            <a:extLst>
              <a:ext uri="{FF2B5EF4-FFF2-40B4-BE49-F238E27FC236}">
                <a16:creationId xmlns:a16="http://schemas.microsoft.com/office/drawing/2014/main" id="{2D51E49F-6CE0-460B-BD6F-6EFF5E6B8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2914650"/>
            <a:ext cx="358775" cy="1076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1" name="Oval 75">
            <a:extLst>
              <a:ext uri="{FF2B5EF4-FFF2-40B4-BE49-F238E27FC236}">
                <a16:creationId xmlns:a16="http://schemas.microsoft.com/office/drawing/2014/main" id="{340D8F82-EB6E-48D4-B8B7-6AE3968EE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2505075"/>
            <a:ext cx="358775" cy="146050"/>
          </a:xfrm>
          <a:prstGeom prst="ellipse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2" name="Oval 76">
            <a:extLst>
              <a:ext uri="{FF2B5EF4-FFF2-40B4-BE49-F238E27FC236}">
                <a16:creationId xmlns:a16="http://schemas.microsoft.com/office/drawing/2014/main" id="{7E54165F-B746-403D-A6DA-1A691DD4C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3917950"/>
            <a:ext cx="358775" cy="14605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3" name="Oval 77">
            <a:extLst>
              <a:ext uri="{FF2B5EF4-FFF2-40B4-BE49-F238E27FC236}">
                <a16:creationId xmlns:a16="http://schemas.microsoft.com/office/drawing/2014/main" id="{3D0BD1AD-A367-4702-BADB-37D8E4448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2841625"/>
            <a:ext cx="358775" cy="14605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1" name="Freeform 150">
            <a:extLst>
              <a:ext uri="{FF2B5EF4-FFF2-40B4-BE49-F238E27FC236}">
                <a16:creationId xmlns:a16="http://schemas.microsoft.com/office/drawing/2014/main" id="{4E8785B0-66D3-4C6E-8DEB-146DB18ED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328846" y="2571750"/>
            <a:ext cx="447675" cy="1663700"/>
          </a:xfrm>
          <a:custGeom>
            <a:avLst/>
            <a:gdLst>
              <a:gd name="T0" fmla="*/ 142 w 282"/>
              <a:gd name="T1" fmla="*/ 0 h 1048"/>
              <a:gd name="T2" fmla="*/ 0 w 282"/>
              <a:gd name="T3" fmla="*/ 924 h 1048"/>
              <a:gd name="T4" fmla="*/ 142 w 282"/>
              <a:gd name="T5" fmla="*/ 1048 h 1048"/>
              <a:gd name="T6" fmla="*/ 282 w 282"/>
              <a:gd name="T7" fmla="*/ 924 h 1048"/>
              <a:gd name="T8" fmla="*/ 142 w 282"/>
              <a:gd name="T9" fmla="*/ 0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2" h="1048">
                <a:moveTo>
                  <a:pt x="142" y="0"/>
                </a:moveTo>
                <a:lnTo>
                  <a:pt x="0" y="924"/>
                </a:lnTo>
                <a:lnTo>
                  <a:pt x="142" y="1048"/>
                </a:lnTo>
                <a:lnTo>
                  <a:pt x="282" y="924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2" name="Freeform 151">
            <a:extLst>
              <a:ext uri="{FF2B5EF4-FFF2-40B4-BE49-F238E27FC236}">
                <a16:creationId xmlns:a16="http://schemas.microsoft.com/office/drawing/2014/main" id="{E79BE997-F11E-4195-96D9-C2BEA5A6E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39988" y="2571750"/>
            <a:ext cx="447675" cy="1663700"/>
          </a:xfrm>
          <a:custGeom>
            <a:avLst/>
            <a:gdLst>
              <a:gd name="T0" fmla="*/ 142 w 282"/>
              <a:gd name="T1" fmla="*/ 0 h 1048"/>
              <a:gd name="T2" fmla="*/ 0 w 282"/>
              <a:gd name="T3" fmla="*/ 924 h 1048"/>
              <a:gd name="T4" fmla="*/ 142 w 282"/>
              <a:gd name="T5" fmla="*/ 1048 h 1048"/>
              <a:gd name="T6" fmla="*/ 282 w 282"/>
              <a:gd name="T7" fmla="*/ 924 h 1048"/>
              <a:gd name="T8" fmla="*/ 142 w 282"/>
              <a:gd name="T9" fmla="*/ 0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2" h="1048">
                <a:moveTo>
                  <a:pt x="142" y="0"/>
                </a:moveTo>
                <a:lnTo>
                  <a:pt x="0" y="924"/>
                </a:lnTo>
                <a:lnTo>
                  <a:pt x="142" y="1048"/>
                </a:lnTo>
                <a:lnTo>
                  <a:pt x="282" y="924"/>
                </a:lnTo>
                <a:lnTo>
                  <a:pt x="14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3" name="Freeform 152">
            <a:extLst>
              <a:ext uri="{FF2B5EF4-FFF2-40B4-BE49-F238E27FC236}">
                <a16:creationId xmlns:a16="http://schemas.microsoft.com/office/drawing/2014/main" id="{11495113-22AA-4274-AAFB-BE50C1B4E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65413" y="2571750"/>
            <a:ext cx="222250" cy="1663700"/>
          </a:xfrm>
          <a:custGeom>
            <a:avLst/>
            <a:gdLst>
              <a:gd name="T0" fmla="*/ 0 w 140"/>
              <a:gd name="T1" fmla="*/ 0 h 1048"/>
              <a:gd name="T2" fmla="*/ 0 w 140"/>
              <a:gd name="T3" fmla="*/ 1048 h 1048"/>
              <a:gd name="T4" fmla="*/ 140 w 140"/>
              <a:gd name="T5" fmla="*/ 924 h 1048"/>
              <a:gd name="T6" fmla="*/ 0 w 140"/>
              <a:gd name="T7" fmla="*/ 0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1048">
                <a:moveTo>
                  <a:pt x="0" y="0"/>
                </a:moveTo>
                <a:lnTo>
                  <a:pt x="0" y="1048"/>
                </a:lnTo>
                <a:lnTo>
                  <a:pt x="140" y="92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153">
            <a:extLst>
              <a:ext uri="{FF2B5EF4-FFF2-40B4-BE49-F238E27FC236}">
                <a16:creationId xmlns:a16="http://schemas.microsoft.com/office/drawing/2014/main" id="{A6594B39-DA41-49B0-963E-8152B69B1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65413" y="2571750"/>
            <a:ext cx="222250" cy="1663700"/>
          </a:xfrm>
          <a:custGeom>
            <a:avLst/>
            <a:gdLst>
              <a:gd name="T0" fmla="*/ 0 w 140"/>
              <a:gd name="T1" fmla="*/ 0 h 1048"/>
              <a:gd name="T2" fmla="*/ 0 w 140"/>
              <a:gd name="T3" fmla="*/ 1048 h 1048"/>
              <a:gd name="T4" fmla="*/ 140 w 140"/>
              <a:gd name="T5" fmla="*/ 924 h 1048"/>
              <a:gd name="T6" fmla="*/ 0 w 140"/>
              <a:gd name="T7" fmla="*/ 0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1048">
                <a:moveTo>
                  <a:pt x="0" y="0"/>
                </a:moveTo>
                <a:lnTo>
                  <a:pt x="0" y="1048"/>
                </a:lnTo>
                <a:lnTo>
                  <a:pt x="140" y="92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5" name="Freeform 154">
            <a:extLst>
              <a:ext uri="{FF2B5EF4-FFF2-40B4-BE49-F238E27FC236}">
                <a16:creationId xmlns:a16="http://schemas.microsoft.com/office/drawing/2014/main" id="{658AB940-001F-426B-9E2D-8982EFD49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887663" y="3206750"/>
            <a:ext cx="447675" cy="1028700"/>
          </a:xfrm>
          <a:custGeom>
            <a:avLst/>
            <a:gdLst>
              <a:gd name="T0" fmla="*/ 142 w 282"/>
              <a:gd name="T1" fmla="*/ 0 h 648"/>
              <a:gd name="T2" fmla="*/ 0 w 282"/>
              <a:gd name="T3" fmla="*/ 524 h 648"/>
              <a:gd name="T4" fmla="*/ 142 w 282"/>
              <a:gd name="T5" fmla="*/ 648 h 648"/>
              <a:gd name="T6" fmla="*/ 282 w 282"/>
              <a:gd name="T7" fmla="*/ 524 h 648"/>
              <a:gd name="T8" fmla="*/ 142 w 282"/>
              <a:gd name="T9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2" h="648">
                <a:moveTo>
                  <a:pt x="142" y="0"/>
                </a:moveTo>
                <a:lnTo>
                  <a:pt x="0" y="524"/>
                </a:lnTo>
                <a:lnTo>
                  <a:pt x="142" y="648"/>
                </a:lnTo>
                <a:lnTo>
                  <a:pt x="282" y="524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6" name="Freeform 155">
            <a:extLst>
              <a:ext uri="{FF2B5EF4-FFF2-40B4-BE49-F238E27FC236}">
                <a16:creationId xmlns:a16="http://schemas.microsoft.com/office/drawing/2014/main" id="{4C53999E-90FD-4FA3-846C-BF7FC7178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776521" y="3206750"/>
            <a:ext cx="447675" cy="1028700"/>
          </a:xfrm>
          <a:custGeom>
            <a:avLst/>
            <a:gdLst>
              <a:gd name="T0" fmla="*/ 142 w 282"/>
              <a:gd name="T1" fmla="*/ 0 h 648"/>
              <a:gd name="T2" fmla="*/ 0 w 282"/>
              <a:gd name="T3" fmla="*/ 524 h 648"/>
              <a:gd name="T4" fmla="*/ 142 w 282"/>
              <a:gd name="T5" fmla="*/ 648 h 648"/>
              <a:gd name="T6" fmla="*/ 282 w 282"/>
              <a:gd name="T7" fmla="*/ 524 h 648"/>
              <a:gd name="T8" fmla="*/ 142 w 282"/>
              <a:gd name="T9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2" h="648">
                <a:moveTo>
                  <a:pt x="142" y="0"/>
                </a:moveTo>
                <a:lnTo>
                  <a:pt x="0" y="524"/>
                </a:lnTo>
                <a:lnTo>
                  <a:pt x="142" y="648"/>
                </a:lnTo>
                <a:lnTo>
                  <a:pt x="282" y="524"/>
                </a:lnTo>
                <a:lnTo>
                  <a:pt x="14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7" name="Freeform 156">
            <a:extLst>
              <a:ext uri="{FF2B5EF4-FFF2-40B4-BE49-F238E27FC236}">
                <a16:creationId xmlns:a16="http://schemas.microsoft.com/office/drawing/2014/main" id="{BCF9718F-0BA5-474D-9B37-A7153762A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13088" y="3206750"/>
            <a:ext cx="222250" cy="1028700"/>
          </a:xfrm>
          <a:custGeom>
            <a:avLst/>
            <a:gdLst>
              <a:gd name="T0" fmla="*/ 0 w 140"/>
              <a:gd name="T1" fmla="*/ 0 h 648"/>
              <a:gd name="T2" fmla="*/ 0 w 140"/>
              <a:gd name="T3" fmla="*/ 648 h 648"/>
              <a:gd name="T4" fmla="*/ 140 w 140"/>
              <a:gd name="T5" fmla="*/ 524 h 648"/>
              <a:gd name="T6" fmla="*/ 0 w 140"/>
              <a:gd name="T7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648">
                <a:moveTo>
                  <a:pt x="0" y="0"/>
                </a:moveTo>
                <a:lnTo>
                  <a:pt x="0" y="648"/>
                </a:lnTo>
                <a:lnTo>
                  <a:pt x="140" y="52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8" name="Freeform 157">
            <a:extLst>
              <a:ext uri="{FF2B5EF4-FFF2-40B4-BE49-F238E27FC236}">
                <a16:creationId xmlns:a16="http://schemas.microsoft.com/office/drawing/2014/main" id="{70038926-89EA-44D5-A59B-DD63F3C47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13088" y="3206750"/>
            <a:ext cx="222250" cy="1028700"/>
          </a:xfrm>
          <a:custGeom>
            <a:avLst/>
            <a:gdLst>
              <a:gd name="T0" fmla="*/ 0 w 140"/>
              <a:gd name="T1" fmla="*/ 0 h 648"/>
              <a:gd name="T2" fmla="*/ 0 w 140"/>
              <a:gd name="T3" fmla="*/ 648 h 648"/>
              <a:gd name="T4" fmla="*/ 140 w 140"/>
              <a:gd name="T5" fmla="*/ 524 h 648"/>
              <a:gd name="T6" fmla="*/ 0 w 140"/>
              <a:gd name="T7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648">
                <a:moveTo>
                  <a:pt x="0" y="0"/>
                </a:moveTo>
                <a:lnTo>
                  <a:pt x="0" y="648"/>
                </a:lnTo>
                <a:lnTo>
                  <a:pt x="140" y="52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9" name="Freeform 158">
            <a:extLst>
              <a:ext uri="{FF2B5EF4-FFF2-40B4-BE49-F238E27FC236}">
                <a16:creationId xmlns:a16="http://schemas.microsoft.com/office/drawing/2014/main" id="{2BCBA145-752C-46C4-97F1-3C8EEDECD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786188" y="3206750"/>
            <a:ext cx="450850" cy="1028700"/>
          </a:xfrm>
          <a:custGeom>
            <a:avLst/>
            <a:gdLst>
              <a:gd name="T0" fmla="*/ 142 w 284"/>
              <a:gd name="T1" fmla="*/ 0 h 648"/>
              <a:gd name="T2" fmla="*/ 0 w 284"/>
              <a:gd name="T3" fmla="*/ 524 h 648"/>
              <a:gd name="T4" fmla="*/ 142 w 284"/>
              <a:gd name="T5" fmla="*/ 648 h 648"/>
              <a:gd name="T6" fmla="*/ 284 w 284"/>
              <a:gd name="T7" fmla="*/ 524 h 648"/>
              <a:gd name="T8" fmla="*/ 142 w 284"/>
              <a:gd name="T9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4" h="648">
                <a:moveTo>
                  <a:pt x="142" y="0"/>
                </a:moveTo>
                <a:lnTo>
                  <a:pt x="0" y="524"/>
                </a:lnTo>
                <a:lnTo>
                  <a:pt x="142" y="648"/>
                </a:lnTo>
                <a:lnTo>
                  <a:pt x="284" y="524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0" name="Freeform 159">
            <a:extLst>
              <a:ext uri="{FF2B5EF4-FFF2-40B4-BE49-F238E27FC236}">
                <a16:creationId xmlns:a16="http://schemas.microsoft.com/office/drawing/2014/main" id="{AFB1D6FE-C217-4FED-9B7C-07AE9D423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786188" y="3206750"/>
            <a:ext cx="450850" cy="1028700"/>
          </a:xfrm>
          <a:custGeom>
            <a:avLst/>
            <a:gdLst>
              <a:gd name="T0" fmla="*/ 142 w 284"/>
              <a:gd name="T1" fmla="*/ 0 h 648"/>
              <a:gd name="T2" fmla="*/ 0 w 284"/>
              <a:gd name="T3" fmla="*/ 524 h 648"/>
              <a:gd name="T4" fmla="*/ 142 w 284"/>
              <a:gd name="T5" fmla="*/ 648 h 648"/>
              <a:gd name="T6" fmla="*/ 284 w 284"/>
              <a:gd name="T7" fmla="*/ 524 h 648"/>
              <a:gd name="T8" fmla="*/ 142 w 284"/>
              <a:gd name="T9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4" h="648">
                <a:moveTo>
                  <a:pt x="142" y="0"/>
                </a:moveTo>
                <a:lnTo>
                  <a:pt x="0" y="524"/>
                </a:lnTo>
                <a:lnTo>
                  <a:pt x="142" y="648"/>
                </a:lnTo>
                <a:lnTo>
                  <a:pt x="284" y="524"/>
                </a:lnTo>
                <a:lnTo>
                  <a:pt x="14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1" name="Freeform 161">
            <a:extLst>
              <a:ext uri="{FF2B5EF4-FFF2-40B4-BE49-F238E27FC236}">
                <a16:creationId xmlns:a16="http://schemas.microsoft.com/office/drawing/2014/main" id="{16F63B13-69C4-4413-BBA1-7804D6313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900471" y="3206750"/>
            <a:ext cx="225425" cy="1028700"/>
          </a:xfrm>
          <a:custGeom>
            <a:avLst/>
            <a:gdLst>
              <a:gd name="T0" fmla="*/ 0 w 142"/>
              <a:gd name="T1" fmla="*/ 0 h 648"/>
              <a:gd name="T2" fmla="*/ 0 w 142"/>
              <a:gd name="T3" fmla="*/ 648 h 648"/>
              <a:gd name="T4" fmla="*/ 142 w 142"/>
              <a:gd name="T5" fmla="*/ 524 h 648"/>
              <a:gd name="T6" fmla="*/ 0 w 142"/>
              <a:gd name="T7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2" h="648">
                <a:moveTo>
                  <a:pt x="0" y="0"/>
                </a:moveTo>
                <a:lnTo>
                  <a:pt x="0" y="648"/>
                </a:lnTo>
                <a:lnTo>
                  <a:pt x="142" y="52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2" name="Freeform 162">
            <a:extLst>
              <a:ext uri="{FF2B5EF4-FFF2-40B4-BE49-F238E27FC236}">
                <a16:creationId xmlns:a16="http://schemas.microsoft.com/office/drawing/2014/main" id="{A443CD53-E631-429B-B804-6C711BFCB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335338" y="2349500"/>
            <a:ext cx="450850" cy="1885950"/>
          </a:xfrm>
          <a:custGeom>
            <a:avLst/>
            <a:gdLst>
              <a:gd name="T0" fmla="*/ 142 w 284"/>
              <a:gd name="T1" fmla="*/ 0 h 1188"/>
              <a:gd name="T2" fmla="*/ 0 w 284"/>
              <a:gd name="T3" fmla="*/ 1064 h 1188"/>
              <a:gd name="T4" fmla="*/ 144 w 284"/>
              <a:gd name="T5" fmla="*/ 1188 h 1188"/>
              <a:gd name="T6" fmla="*/ 284 w 284"/>
              <a:gd name="T7" fmla="*/ 1064 h 1188"/>
              <a:gd name="T8" fmla="*/ 142 w 284"/>
              <a:gd name="T9" fmla="*/ 0 h 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4" h="1188">
                <a:moveTo>
                  <a:pt x="142" y="0"/>
                </a:moveTo>
                <a:lnTo>
                  <a:pt x="0" y="1064"/>
                </a:lnTo>
                <a:lnTo>
                  <a:pt x="144" y="1188"/>
                </a:lnTo>
                <a:lnTo>
                  <a:pt x="284" y="1064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3" name="Freeform 163">
            <a:extLst>
              <a:ext uri="{FF2B5EF4-FFF2-40B4-BE49-F238E27FC236}">
                <a16:creationId xmlns:a16="http://schemas.microsoft.com/office/drawing/2014/main" id="{1452468A-2A8A-4FC4-B6DA-A01A2361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335338" y="2349500"/>
            <a:ext cx="450850" cy="1885950"/>
          </a:xfrm>
          <a:custGeom>
            <a:avLst/>
            <a:gdLst>
              <a:gd name="T0" fmla="*/ 142 w 284"/>
              <a:gd name="T1" fmla="*/ 0 h 1188"/>
              <a:gd name="T2" fmla="*/ 0 w 284"/>
              <a:gd name="T3" fmla="*/ 1064 h 1188"/>
              <a:gd name="T4" fmla="*/ 144 w 284"/>
              <a:gd name="T5" fmla="*/ 1188 h 1188"/>
              <a:gd name="T6" fmla="*/ 284 w 284"/>
              <a:gd name="T7" fmla="*/ 1064 h 1188"/>
              <a:gd name="T8" fmla="*/ 142 w 284"/>
              <a:gd name="T9" fmla="*/ 0 h 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4" h="1188">
                <a:moveTo>
                  <a:pt x="142" y="0"/>
                </a:moveTo>
                <a:lnTo>
                  <a:pt x="0" y="1064"/>
                </a:lnTo>
                <a:lnTo>
                  <a:pt x="144" y="1188"/>
                </a:lnTo>
                <a:lnTo>
                  <a:pt x="284" y="1064"/>
                </a:lnTo>
                <a:lnTo>
                  <a:pt x="14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4" name="Freeform 164">
            <a:extLst>
              <a:ext uri="{FF2B5EF4-FFF2-40B4-BE49-F238E27FC236}">
                <a16:creationId xmlns:a16="http://schemas.microsoft.com/office/drawing/2014/main" id="{C6341DB5-BD73-42AE-B84D-D4E529122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449621" y="2349500"/>
            <a:ext cx="225425" cy="1885950"/>
          </a:xfrm>
          <a:custGeom>
            <a:avLst/>
            <a:gdLst>
              <a:gd name="T0" fmla="*/ 0 w 142"/>
              <a:gd name="T1" fmla="*/ 0 h 1188"/>
              <a:gd name="T2" fmla="*/ 2 w 142"/>
              <a:gd name="T3" fmla="*/ 1188 h 1188"/>
              <a:gd name="T4" fmla="*/ 142 w 142"/>
              <a:gd name="T5" fmla="*/ 1064 h 1188"/>
              <a:gd name="T6" fmla="*/ 0 w 142"/>
              <a:gd name="T7" fmla="*/ 0 h 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2" h="1188">
                <a:moveTo>
                  <a:pt x="0" y="0"/>
                </a:moveTo>
                <a:lnTo>
                  <a:pt x="2" y="1188"/>
                </a:lnTo>
                <a:lnTo>
                  <a:pt x="142" y="106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5" name="Freeform 165">
            <a:extLst>
              <a:ext uri="{FF2B5EF4-FFF2-40B4-BE49-F238E27FC236}">
                <a16:creationId xmlns:a16="http://schemas.microsoft.com/office/drawing/2014/main" id="{C357E293-D501-4211-B933-45EF43BD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60763" y="2349500"/>
            <a:ext cx="225425" cy="1885950"/>
          </a:xfrm>
          <a:custGeom>
            <a:avLst/>
            <a:gdLst>
              <a:gd name="T0" fmla="*/ 0 w 142"/>
              <a:gd name="T1" fmla="*/ 0 h 1188"/>
              <a:gd name="T2" fmla="*/ 2 w 142"/>
              <a:gd name="T3" fmla="*/ 1188 h 1188"/>
              <a:gd name="T4" fmla="*/ 142 w 142"/>
              <a:gd name="T5" fmla="*/ 1064 h 1188"/>
              <a:gd name="T6" fmla="*/ 0 w 142"/>
              <a:gd name="T7" fmla="*/ 0 h 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2" h="1188">
                <a:moveTo>
                  <a:pt x="0" y="0"/>
                </a:moveTo>
                <a:lnTo>
                  <a:pt x="2" y="1188"/>
                </a:lnTo>
                <a:lnTo>
                  <a:pt x="142" y="106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2" name="Freeform 160">
            <a:extLst>
              <a:ext uri="{FF2B5EF4-FFF2-40B4-BE49-F238E27FC236}">
                <a16:creationId xmlns:a16="http://schemas.microsoft.com/office/drawing/2014/main" id="{CEA588B0-3AC7-4FB8-B77C-60B65A3F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11613" y="3206750"/>
            <a:ext cx="225425" cy="1028700"/>
          </a:xfrm>
          <a:custGeom>
            <a:avLst/>
            <a:gdLst>
              <a:gd name="T0" fmla="*/ 0 w 142"/>
              <a:gd name="T1" fmla="*/ 0 h 648"/>
              <a:gd name="T2" fmla="*/ 0 w 142"/>
              <a:gd name="T3" fmla="*/ 648 h 648"/>
              <a:gd name="T4" fmla="*/ 142 w 142"/>
              <a:gd name="T5" fmla="*/ 524 h 648"/>
              <a:gd name="T6" fmla="*/ 0 w 142"/>
              <a:gd name="T7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2" h="648">
                <a:moveTo>
                  <a:pt x="0" y="0"/>
                </a:moveTo>
                <a:lnTo>
                  <a:pt x="0" y="648"/>
                </a:lnTo>
                <a:lnTo>
                  <a:pt x="142" y="52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4" name="Rectangle 78">
            <a:extLst>
              <a:ext uri="{FF2B5EF4-FFF2-40B4-BE49-F238E27FC236}">
                <a16:creationId xmlns:a16="http://schemas.microsoft.com/office/drawing/2014/main" id="{F78E0BB2-B5C5-4136-9CAC-610723A67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2603500"/>
            <a:ext cx="387350" cy="1387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5" name="Rectangle 79">
            <a:extLst>
              <a:ext uri="{FF2B5EF4-FFF2-40B4-BE49-F238E27FC236}">
                <a16:creationId xmlns:a16="http://schemas.microsoft.com/office/drawing/2014/main" id="{FD15D1C1-C95A-41FA-8F8E-50D4A2AA2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2603500"/>
            <a:ext cx="387350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6" name="Freeform 80">
            <a:extLst>
              <a:ext uri="{FF2B5EF4-FFF2-40B4-BE49-F238E27FC236}">
                <a16:creationId xmlns:a16="http://schemas.microsoft.com/office/drawing/2014/main" id="{508F8152-ADB4-42BC-A6A1-C2664D085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7" name="Freeform 81">
            <a:extLst>
              <a:ext uri="{FF2B5EF4-FFF2-40B4-BE49-F238E27FC236}">
                <a16:creationId xmlns:a16="http://schemas.microsoft.com/office/drawing/2014/main" id="{7B7C514D-39BC-483D-8CFD-F9AD665B6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8" name="Freeform 83">
            <a:extLst>
              <a:ext uri="{FF2B5EF4-FFF2-40B4-BE49-F238E27FC236}">
                <a16:creationId xmlns:a16="http://schemas.microsoft.com/office/drawing/2014/main" id="{97770A15-8084-4527-8875-E1DA44476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9" name="Freeform 82">
            <a:extLst>
              <a:ext uri="{FF2B5EF4-FFF2-40B4-BE49-F238E27FC236}">
                <a16:creationId xmlns:a16="http://schemas.microsoft.com/office/drawing/2014/main" id="{0F809540-8CDB-4C93-AFB3-8F8B20AC8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0" name="Rectangle 85">
            <a:extLst>
              <a:ext uri="{FF2B5EF4-FFF2-40B4-BE49-F238E27FC236}">
                <a16:creationId xmlns:a16="http://schemas.microsoft.com/office/drawing/2014/main" id="{F45DA871-B90C-4E24-9F1D-FA5D46CCF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3244850"/>
            <a:ext cx="387350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1" name="Rectangle 84">
            <a:extLst>
              <a:ext uri="{FF2B5EF4-FFF2-40B4-BE49-F238E27FC236}">
                <a16:creationId xmlns:a16="http://schemas.microsoft.com/office/drawing/2014/main" id="{C0003291-C83A-4478-BC3E-2E1F8C382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3244850"/>
            <a:ext cx="387350" cy="746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2" name="Freeform 86">
            <a:extLst>
              <a:ext uri="{FF2B5EF4-FFF2-40B4-BE49-F238E27FC236}">
                <a16:creationId xmlns:a16="http://schemas.microsoft.com/office/drawing/2014/main" id="{02C6A417-F922-430B-8589-5B095601B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3149600"/>
            <a:ext cx="387350" cy="190500"/>
          </a:xfrm>
          <a:custGeom>
            <a:avLst/>
            <a:gdLst>
              <a:gd name="T0" fmla="*/ 122 w 244"/>
              <a:gd name="T1" fmla="*/ 120 h 120"/>
              <a:gd name="T2" fmla="*/ 0 w 244"/>
              <a:gd name="T3" fmla="*/ 60 h 120"/>
              <a:gd name="T4" fmla="*/ 122 w 244"/>
              <a:gd name="T5" fmla="*/ 0 h 120"/>
              <a:gd name="T6" fmla="*/ 244 w 244"/>
              <a:gd name="T7" fmla="*/ 60 h 120"/>
              <a:gd name="T8" fmla="*/ 122 w 244"/>
              <a:gd name="T9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20">
                <a:moveTo>
                  <a:pt x="122" y="120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2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3" name="Freeform 87">
            <a:extLst>
              <a:ext uri="{FF2B5EF4-FFF2-40B4-BE49-F238E27FC236}">
                <a16:creationId xmlns:a16="http://schemas.microsoft.com/office/drawing/2014/main" id="{CC97B248-F179-4A68-A4E4-3FDA7EE0C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3149600"/>
            <a:ext cx="387350" cy="190500"/>
          </a:xfrm>
          <a:custGeom>
            <a:avLst/>
            <a:gdLst>
              <a:gd name="T0" fmla="*/ 122 w 244"/>
              <a:gd name="T1" fmla="*/ 120 h 120"/>
              <a:gd name="T2" fmla="*/ 0 w 244"/>
              <a:gd name="T3" fmla="*/ 60 h 120"/>
              <a:gd name="T4" fmla="*/ 122 w 244"/>
              <a:gd name="T5" fmla="*/ 0 h 120"/>
              <a:gd name="T6" fmla="*/ 244 w 244"/>
              <a:gd name="T7" fmla="*/ 60 h 120"/>
              <a:gd name="T8" fmla="*/ 122 w 244"/>
              <a:gd name="T9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20">
                <a:moveTo>
                  <a:pt x="122" y="120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2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4" name="Freeform 89">
            <a:extLst>
              <a:ext uri="{FF2B5EF4-FFF2-40B4-BE49-F238E27FC236}">
                <a16:creationId xmlns:a16="http://schemas.microsoft.com/office/drawing/2014/main" id="{33946537-9862-44C2-8BDF-85A62F4F2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30763" y="2603500"/>
            <a:ext cx="193675" cy="641350"/>
          </a:xfrm>
          <a:custGeom>
            <a:avLst/>
            <a:gdLst>
              <a:gd name="T0" fmla="*/ 122 w 122"/>
              <a:gd name="T1" fmla="*/ 0 h 404"/>
              <a:gd name="T2" fmla="*/ 122 w 122"/>
              <a:gd name="T3" fmla="*/ 0 h 404"/>
              <a:gd name="T4" fmla="*/ 0 w 122"/>
              <a:gd name="T5" fmla="*/ 58 h 404"/>
              <a:gd name="T6" fmla="*/ 0 w 122"/>
              <a:gd name="T7" fmla="*/ 344 h 404"/>
              <a:gd name="T8" fmla="*/ 122 w 122"/>
              <a:gd name="T9" fmla="*/ 404 h 404"/>
              <a:gd name="T10" fmla="*/ 122 w 122"/>
              <a:gd name="T11" fmla="*/ 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404">
                <a:moveTo>
                  <a:pt x="122" y="0"/>
                </a:moveTo>
                <a:lnTo>
                  <a:pt x="122" y="0"/>
                </a:lnTo>
                <a:lnTo>
                  <a:pt x="0" y="58"/>
                </a:lnTo>
                <a:lnTo>
                  <a:pt x="0" y="344"/>
                </a:lnTo>
                <a:lnTo>
                  <a:pt x="122" y="404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5" name="Freeform 91">
            <a:extLst>
              <a:ext uri="{FF2B5EF4-FFF2-40B4-BE49-F238E27FC236}">
                <a16:creationId xmlns:a16="http://schemas.microsoft.com/office/drawing/2014/main" id="{52D15743-7B4E-4EE6-A5C5-93CEFC390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30763" y="3990975"/>
            <a:ext cx="193675" cy="95250"/>
          </a:xfrm>
          <a:custGeom>
            <a:avLst/>
            <a:gdLst>
              <a:gd name="T0" fmla="*/ 122 w 122"/>
              <a:gd name="T1" fmla="*/ 0 h 60"/>
              <a:gd name="T2" fmla="*/ 0 w 122"/>
              <a:gd name="T3" fmla="*/ 0 h 60"/>
              <a:gd name="T4" fmla="*/ 0 w 122"/>
              <a:gd name="T5" fmla="*/ 60 h 60"/>
              <a:gd name="T6" fmla="*/ 122 w 122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60">
                <a:moveTo>
                  <a:pt x="122" y="0"/>
                </a:moveTo>
                <a:lnTo>
                  <a:pt x="0" y="0"/>
                </a:lnTo>
                <a:lnTo>
                  <a:pt x="0" y="6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6" name="Freeform 93">
            <a:extLst>
              <a:ext uri="{FF2B5EF4-FFF2-40B4-BE49-F238E27FC236}">
                <a16:creationId xmlns:a16="http://schemas.microsoft.com/office/drawing/2014/main" id="{8E54B67C-D020-437B-9BAB-D3CD061A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30763" y="3244850"/>
            <a:ext cx="193675" cy="746125"/>
          </a:xfrm>
          <a:custGeom>
            <a:avLst/>
            <a:gdLst>
              <a:gd name="T0" fmla="*/ 122 w 122"/>
              <a:gd name="T1" fmla="*/ 0 h 470"/>
              <a:gd name="T2" fmla="*/ 122 w 122"/>
              <a:gd name="T3" fmla="*/ 0 h 470"/>
              <a:gd name="T4" fmla="*/ 0 w 122"/>
              <a:gd name="T5" fmla="*/ 60 h 470"/>
              <a:gd name="T6" fmla="*/ 0 w 122"/>
              <a:gd name="T7" fmla="*/ 470 h 470"/>
              <a:gd name="T8" fmla="*/ 122 w 122"/>
              <a:gd name="T9" fmla="*/ 470 h 470"/>
              <a:gd name="T10" fmla="*/ 122 w 122"/>
              <a:gd name="T11" fmla="*/ 0 h 4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470">
                <a:moveTo>
                  <a:pt x="122" y="0"/>
                </a:moveTo>
                <a:lnTo>
                  <a:pt x="122" y="0"/>
                </a:lnTo>
                <a:lnTo>
                  <a:pt x="0" y="60"/>
                </a:lnTo>
                <a:lnTo>
                  <a:pt x="0" y="470"/>
                </a:lnTo>
                <a:lnTo>
                  <a:pt x="122" y="47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7" name="Freeform 95">
            <a:extLst>
              <a:ext uri="{FF2B5EF4-FFF2-40B4-BE49-F238E27FC236}">
                <a16:creationId xmlns:a16="http://schemas.microsoft.com/office/drawing/2014/main" id="{62F36CE8-A456-4196-80D2-A5A86D26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30763" y="3149600"/>
            <a:ext cx="193675" cy="190500"/>
          </a:xfrm>
          <a:custGeom>
            <a:avLst/>
            <a:gdLst>
              <a:gd name="T0" fmla="*/ 0 w 122"/>
              <a:gd name="T1" fmla="*/ 0 h 120"/>
              <a:gd name="T2" fmla="*/ 0 w 122"/>
              <a:gd name="T3" fmla="*/ 120 h 120"/>
              <a:gd name="T4" fmla="*/ 122 w 122"/>
              <a:gd name="T5" fmla="*/ 60 h 120"/>
              <a:gd name="T6" fmla="*/ 0 w 122"/>
              <a:gd name="T7" fmla="*/ 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120">
                <a:moveTo>
                  <a:pt x="0" y="0"/>
                </a:moveTo>
                <a:lnTo>
                  <a:pt x="0" y="120"/>
                </a:lnTo>
                <a:lnTo>
                  <a:pt x="122" y="6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8" name="Rectangle 96">
            <a:extLst>
              <a:ext uri="{FF2B5EF4-FFF2-40B4-BE49-F238E27FC236}">
                <a16:creationId xmlns:a16="http://schemas.microsoft.com/office/drawing/2014/main" id="{2B91EBCD-8935-46E7-8DE2-2FD3A5BEF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2603500"/>
            <a:ext cx="387350" cy="1387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9" name="Rectangle 97">
            <a:extLst>
              <a:ext uri="{FF2B5EF4-FFF2-40B4-BE49-F238E27FC236}">
                <a16:creationId xmlns:a16="http://schemas.microsoft.com/office/drawing/2014/main" id="{4B2C3417-E371-497A-920F-CEFD8F67A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2603500"/>
            <a:ext cx="387350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0" name="Freeform 98">
            <a:extLst>
              <a:ext uri="{FF2B5EF4-FFF2-40B4-BE49-F238E27FC236}">
                <a16:creationId xmlns:a16="http://schemas.microsoft.com/office/drawing/2014/main" id="{C0D073BE-953B-4B54-BFCF-04A10FF84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1" name="Freeform 99">
            <a:extLst>
              <a:ext uri="{FF2B5EF4-FFF2-40B4-BE49-F238E27FC236}">
                <a16:creationId xmlns:a16="http://schemas.microsoft.com/office/drawing/2014/main" id="{B95D9E54-2A54-4E01-91B2-6DF9FD3A8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2" name="Freeform 100">
            <a:extLst>
              <a:ext uri="{FF2B5EF4-FFF2-40B4-BE49-F238E27FC236}">
                <a16:creationId xmlns:a16="http://schemas.microsoft.com/office/drawing/2014/main" id="{C3E7B57E-24D2-4973-8484-0AEC9106F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  <a:close/>
              </a:path>
            </a:pathLst>
          </a:custGeom>
          <a:solidFill>
            <a:srgbClr val="FFC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3" name="Freeform 101">
            <a:extLst>
              <a:ext uri="{FF2B5EF4-FFF2-40B4-BE49-F238E27FC236}">
                <a16:creationId xmlns:a16="http://schemas.microsoft.com/office/drawing/2014/main" id="{C8A409CF-7557-477E-B9E3-D64271B98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4" name="Rectangle 102">
            <a:extLst>
              <a:ext uri="{FF2B5EF4-FFF2-40B4-BE49-F238E27FC236}">
                <a16:creationId xmlns:a16="http://schemas.microsoft.com/office/drawing/2014/main" id="{CEF4338D-EDDE-4267-9FCC-E69DAAA9D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3683000"/>
            <a:ext cx="387350" cy="3079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5" name="Rectangle 103">
            <a:extLst>
              <a:ext uri="{FF2B5EF4-FFF2-40B4-BE49-F238E27FC236}">
                <a16:creationId xmlns:a16="http://schemas.microsoft.com/office/drawing/2014/main" id="{945EF521-ED24-4E38-BFAB-43A15C203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3683000"/>
            <a:ext cx="387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6" name="Freeform 104">
            <a:extLst>
              <a:ext uri="{FF2B5EF4-FFF2-40B4-BE49-F238E27FC236}">
                <a16:creationId xmlns:a16="http://schemas.microsoft.com/office/drawing/2014/main" id="{0DEA1D47-8A8A-4DD3-B537-BD66A312A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35877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7" name="Freeform 105">
            <a:extLst>
              <a:ext uri="{FF2B5EF4-FFF2-40B4-BE49-F238E27FC236}">
                <a16:creationId xmlns:a16="http://schemas.microsoft.com/office/drawing/2014/main" id="{4E113B18-65B4-4303-8AFE-58890F580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35877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8" name="Freeform 107">
            <a:extLst>
              <a:ext uri="{FF2B5EF4-FFF2-40B4-BE49-F238E27FC236}">
                <a16:creationId xmlns:a16="http://schemas.microsoft.com/office/drawing/2014/main" id="{52F09826-2990-410D-9813-5BC20148B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40338" y="2603500"/>
            <a:ext cx="193675" cy="1079500"/>
          </a:xfrm>
          <a:custGeom>
            <a:avLst/>
            <a:gdLst>
              <a:gd name="T0" fmla="*/ 122 w 122"/>
              <a:gd name="T1" fmla="*/ 0 h 680"/>
              <a:gd name="T2" fmla="*/ 122 w 122"/>
              <a:gd name="T3" fmla="*/ 0 h 680"/>
              <a:gd name="T4" fmla="*/ 0 w 122"/>
              <a:gd name="T5" fmla="*/ 58 h 680"/>
              <a:gd name="T6" fmla="*/ 0 w 122"/>
              <a:gd name="T7" fmla="*/ 620 h 680"/>
              <a:gd name="T8" fmla="*/ 122 w 122"/>
              <a:gd name="T9" fmla="*/ 680 h 680"/>
              <a:gd name="T10" fmla="*/ 122 w 122"/>
              <a:gd name="T11" fmla="*/ 0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680">
                <a:moveTo>
                  <a:pt x="122" y="0"/>
                </a:moveTo>
                <a:lnTo>
                  <a:pt x="122" y="0"/>
                </a:lnTo>
                <a:lnTo>
                  <a:pt x="0" y="58"/>
                </a:lnTo>
                <a:lnTo>
                  <a:pt x="0" y="620"/>
                </a:lnTo>
                <a:lnTo>
                  <a:pt x="122" y="68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9" name="Freeform 109">
            <a:extLst>
              <a:ext uri="{FF2B5EF4-FFF2-40B4-BE49-F238E27FC236}">
                <a16:creationId xmlns:a16="http://schemas.microsoft.com/office/drawing/2014/main" id="{3829DDA5-EFC5-4C2E-BC3A-86DD1CB96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40338" y="3990975"/>
            <a:ext cx="193675" cy="95250"/>
          </a:xfrm>
          <a:custGeom>
            <a:avLst/>
            <a:gdLst>
              <a:gd name="T0" fmla="*/ 122 w 122"/>
              <a:gd name="T1" fmla="*/ 0 h 60"/>
              <a:gd name="T2" fmla="*/ 0 w 122"/>
              <a:gd name="T3" fmla="*/ 0 h 60"/>
              <a:gd name="T4" fmla="*/ 0 w 122"/>
              <a:gd name="T5" fmla="*/ 60 h 60"/>
              <a:gd name="T6" fmla="*/ 122 w 122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60">
                <a:moveTo>
                  <a:pt x="122" y="0"/>
                </a:moveTo>
                <a:lnTo>
                  <a:pt x="0" y="0"/>
                </a:lnTo>
                <a:lnTo>
                  <a:pt x="0" y="6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0" name="Freeform 111">
            <a:extLst>
              <a:ext uri="{FF2B5EF4-FFF2-40B4-BE49-F238E27FC236}">
                <a16:creationId xmlns:a16="http://schemas.microsoft.com/office/drawing/2014/main" id="{E6B3AD3F-C10C-49B6-8BB4-202271ED5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40338" y="3683000"/>
            <a:ext cx="193675" cy="307975"/>
          </a:xfrm>
          <a:custGeom>
            <a:avLst/>
            <a:gdLst>
              <a:gd name="T0" fmla="*/ 122 w 122"/>
              <a:gd name="T1" fmla="*/ 0 h 194"/>
              <a:gd name="T2" fmla="*/ 122 w 122"/>
              <a:gd name="T3" fmla="*/ 0 h 194"/>
              <a:gd name="T4" fmla="*/ 0 w 122"/>
              <a:gd name="T5" fmla="*/ 58 h 194"/>
              <a:gd name="T6" fmla="*/ 0 w 122"/>
              <a:gd name="T7" fmla="*/ 194 h 194"/>
              <a:gd name="T8" fmla="*/ 122 w 122"/>
              <a:gd name="T9" fmla="*/ 194 h 194"/>
              <a:gd name="T10" fmla="*/ 122 w 122"/>
              <a:gd name="T11" fmla="*/ 0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194">
                <a:moveTo>
                  <a:pt x="122" y="0"/>
                </a:moveTo>
                <a:lnTo>
                  <a:pt x="122" y="0"/>
                </a:lnTo>
                <a:lnTo>
                  <a:pt x="0" y="58"/>
                </a:lnTo>
                <a:lnTo>
                  <a:pt x="0" y="194"/>
                </a:lnTo>
                <a:lnTo>
                  <a:pt x="122" y="194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1" name="Freeform 113">
            <a:extLst>
              <a:ext uri="{FF2B5EF4-FFF2-40B4-BE49-F238E27FC236}">
                <a16:creationId xmlns:a16="http://schemas.microsoft.com/office/drawing/2014/main" id="{3F516D61-16B4-4A98-AFAE-B3B7198C3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40338" y="3587750"/>
            <a:ext cx="193675" cy="187325"/>
          </a:xfrm>
          <a:custGeom>
            <a:avLst/>
            <a:gdLst>
              <a:gd name="T0" fmla="*/ 0 w 122"/>
              <a:gd name="T1" fmla="*/ 0 h 118"/>
              <a:gd name="T2" fmla="*/ 0 w 122"/>
              <a:gd name="T3" fmla="*/ 118 h 118"/>
              <a:gd name="T4" fmla="*/ 122 w 122"/>
              <a:gd name="T5" fmla="*/ 60 h 118"/>
              <a:gd name="T6" fmla="*/ 0 w 122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118">
                <a:moveTo>
                  <a:pt x="0" y="0"/>
                </a:moveTo>
                <a:lnTo>
                  <a:pt x="0" y="118"/>
                </a:lnTo>
                <a:lnTo>
                  <a:pt x="122" y="6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2" name="Rectangle 114">
            <a:extLst>
              <a:ext uri="{FF2B5EF4-FFF2-40B4-BE49-F238E27FC236}">
                <a16:creationId xmlns:a16="http://schemas.microsoft.com/office/drawing/2014/main" id="{C8278EBE-AA34-40C2-995C-3DF828169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13" y="2603500"/>
            <a:ext cx="384175" cy="1387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3" name="Rectangle 115">
            <a:extLst>
              <a:ext uri="{FF2B5EF4-FFF2-40B4-BE49-F238E27FC236}">
                <a16:creationId xmlns:a16="http://schemas.microsoft.com/office/drawing/2014/main" id="{4FDAD198-14FB-4AC0-B875-4620F0DB6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13" y="2603500"/>
            <a:ext cx="384175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4" name="Freeform 116">
            <a:extLst>
              <a:ext uri="{FF2B5EF4-FFF2-40B4-BE49-F238E27FC236}">
                <a16:creationId xmlns:a16="http://schemas.microsoft.com/office/drawing/2014/main" id="{F88445D8-5E3D-4DDA-A03C-F33D11316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2508250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60 h 118"/>
              <a:gd name="T4" fmla="*/ 122 w 242"/>
              <a:gd name="T5" fmla="*/ 0 h 118"/>
              <a:gd name="T6" fmla="*/ 242 w 242"/>
              <a:gd name="T7" fmla="*/ 60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2" y="60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5" name="Freeform 117">
            <a:extLst>
              <a:ext uri="{FF2B5EF4-FFF2-40B4-BE49-F238E27FC236}">
                <a16:creationId xmlns:a16="http://schemas.microsoft.com/office/drawing/2014/main" id="{6A860B40-160F-485A-96A8-A194F33B5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2508250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60 h 118"/>
              <a:gd name="T4" fmla="*/ 122 w 242"/>
              <a:gd name="T5" fmla="*/ 0 h 118"/>
              <a:gd name="T6" fmla="*/ 242 w 242"/>
              <a:gd name="T7" fmla="*/ 60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2" y="60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6" name="Freeform 118">
            <a:extLst>
              <a:ext uri="{FF2B5EF4-FFF2-40B4-BE49-F238E27FC236}">
                <a16:creationId xmlns:a16="http://schemas.microsoft.com/office/drawing/2014/main" id="{366EA063-23D6-4D1E-BA53-285D51005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3898900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58 h 118"/>
              <a:gd name="T4" fmla="*/ 122 w 242"/>
              <a:gd name="T5" fmla="*/ 0 h 118"/>
              <a:gd name="T6" fmla="*/ 242 w 242"/>
              <a:gd name="T7" fmla="*/ 58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2" y="58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7" name="Freeform 119">
            <a:extLst>
              <a:ext uri="{FF2B5EF4-FFF2-40B4-BE49-F238E27FC236}">
                <a16:creationId xmlns:a16="http://schemas.microsoft.com/office/drawing/2014/main" id="{2D9A3E61-64C5-47E3-B7B9-034FFBE97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3898900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58 h 118"/>
              <a:gd name="T4" fmla="*/ 122 w 242"/>
              <a:gd name="T5" fmla="*/ 0 h 118"/>
              <a:gd name="T6" fmla="*/ 242 w 242"/>
              <a:gd name="T7" fmla="*/ 58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2" y="58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8" name="Rectangle 120">
            <a:extLst>
              <a:ext uri="{FF2B5EF4-FFF2-40B4-BE49-F238E27FC236}">
                <a16:creationId xmlns:a16="http://schemas.microsoft.com/office/drawing/2014/main" id="{0C3F3B8B-38AB-438A-A254-FCAB9930D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13" y="2914650"/>
            <a:ext cx="384175" cy="1076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9" name="Rectangle 121">
            <a:extLst>
              <a:ext uri="{FF2B5EF4-FFF2-40B4-BE49-F238E27FC236}">
                <a16:creationId xmlns:a16="http://schemas.microsoft.com/office/drawing/2014/main" id="{C0046F6B-A9A1-4539-8C47-DF98481EA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13" y="2914650"/>
            <a:ext cx="3841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0" name="Freeform 122">
            <a:extLst>
              <a:ext uri="{FF2B5EF4-FFF2-40B4-BE49-F238E27FC236}">
                <a16:creationId xmlns:a16="http://schemas.microsoft.com/office/drawing/2014/main" id="{66BD070F-5627-44C2-B5A0-7F0DEF4FB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2822575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58 h 118"/>
              <a:gd name="T4" fmla="*/ 122 w 242"/>
              <a:gd name="T5" fmla="*/ 0 h 118"/>
              <a:gd name="T6" fmla="*/ 242 w 242"/>
              <a:gd name="T7" fmla="*/ 58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2" y="58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1" name="Freeform 123">
            <a:extLst>
              <a:ext uri="{FF2B5EF4-FFF2-40B4-BE49-F238E27FC236}">
                <a16:creationId xmlns:a16="http://schemas.microsoft.com/office/drawing/2014/main" id="{F5385762-5A77-4AF1-9BD6-D2A1E2ACE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2822575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58 h 118"/>
              <a:gd name="T4" fmla="*/ 122 w 242"/>
              <a:gd name="T5" fmla="*/ 0 h 118"/>
              <a:gd name="T6" fmla="*/ 242 w 242"/>
              <a:gd name="T7" fmla="*/ 58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2" y="58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2" name="Freeform 124">
            <a:extLst>
              <a:ext uri="{FF2B5EF4-FFF2-40B4-BE49-F238E27FC236}">
                <a16:creationId xmlns:a16="http://schemas.microsoft.com/office/drawing/2014/main" id="{FDDB68F5-18F3-4D3A-A6ED-662D6D247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53088" y="2603500"/>
            <a:ext cx="190500" cy="311150"/>
          </a:xfrm>
          <a:custGeom>
            <a:avLst/>
            <a:gdLst>
              <a:gd name="T0" fmla="*/ 120 w 120"/>
              <a:gd name="T1" fmla="*/ 0 h 196"/>
              <a:gd name="T2" fmla="*/ 120 w 120"/>
              <a:gd name="T3" fmla="*/ 0 h 196"/>
              <a:gd name="T4" fmla="*/ 0 w 120"/>
              <a:gd name="T5" fmla="*/ 58 h 196"/>
              <a:gd name="T6" fmla="*/ 0 w 120"/>
              <a:gd name="T7" fmla="*/ 138 h 196"/>
              <a:gd name="T8" fmla="*/ 120 w 120"/>
              <a:gd name="T9" fmla="*/ 196 h 196"/>
              <a:gd name="T10" fmla="*/ 120 w 120"/>
              <a:gd name="T11" fmla="*/ 0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0" h="196">
                <a:moveTo>
                  <a:pt x="120" y="0"/>
                </a:moveTo>
                <a:lnTo>
                  <a:pt x="120" y="0"/>
                </a:lnTo>
                <a:lnTo>
                  <a:pt x="0" y="58"/>
                </a:lnTo>
                <a:lnTo>
                  <a:pt x="0" y="138"/>
                </a:lnTo>
                <a:lnTo>
                  <a:pt x="120" y="196"/>
                </a:lnTo>
                <a:lnTo>
                  <a:pt x="1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3" name="Freeform 125">
            <a:extLst>
              <a:ext uri="{FF2B5EF4-FFF2-40B4-BE49-F238E27FC236}">
                <a16:creationId xmlns:a16="http://schemas.microsoft.com/office/drawing/2014/main" id="{F9E6F40F-CFF8-4C90-9A67-3C2E9A2E4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53088" y="2603500"/>
            <a:ext cx="190500" cy="311150"/>
          </a:xfrm>
          <a:custGeom>
            <a:avLst/>
            <a:gdLst>
              <a:gd name="T0" fmla="*/ 120 w 120"/>
              <a:gd name="T1" fmla="*/ 0 h 196"/>
              <a:gd name="T2" fmla="*/ 120 w 120"/>
              <a:gd name="T3" fmla="*/ 0 h 196"/>
              <a:gd name="T4" fmla="*/ 0 w 120"/>
              <a:gd name="T5" fmla="*/ 58 h 196"/>
              <a:gd name="T6" fmla="*/ 0 w 120"/>
              <a:gd name="T7" fmla="*/ 138 h 196"/>
              <a:gd name="T8" fmla="*/ 120 w 120"/>
              <a:gd name="T9" fmla="*/ 196 h 196"/>
              <a:gd name="T10" fmla="*/ 120 w 120"/>
              <a:gd name="T11" fmla="*/ 0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0" h="196">
                <a:moveTo>
                  <a:pt x="120" y="0"/>
                </a:moveTo>
                <a:lnTo>
                  <a:pt x="120" y="0"/>
                </a:lnTo>
                <a:lnTo>
                  <a:pt x="0" y="58"/>
                </a:lnTo>
                <a:lnTo>
                  <a:pt x="0" y="138"/>
                </a:lnTo>
                <a:lnTo>
                  <a:pt x="120" y="196"/>
                </a:lnTo>
                <a:lnTo>
                  <a:pt x="12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4" name="Freeform 127">
            <a:extLst>
              <a:ext uri="{FF2B5EF4-FFF2-40B4-BE49-F238E27FC236}">
                <a16:creationId xmlns:a16="http://schemas.microsoft.com/office/drawing/2014/main" id="{83B64199-A62A-4853-827D-83B19F3C4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53088" y="3990975"/>
            <a:ext cx="190500" cy="95250"/>
          </a:xfrm>
          <a:custGeom>
            <a:avLst/>
            <a:gdLst>
              <a:gd name="T0" fmla="*/ 120 w 120"/>
              <a:gd name="T1" fmla="*/ 0 h 60"/>
              <a:gd name="T2" fmla="*/ 0 w 120"/>
              <a:gd name="T3" fmla="*/ 0 h 60"/>
              <a:gd name="T4" fmla="*/ 0 w 120"/>
              <a:gd name="T5" fmla="*/ 60 h 60"/>
              <a:gd name="T6" fmla="*/ 120 w 120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0" h="60">
                <a:moveTo>
                  <a:pt x="120" y="0"/>
                </a:moveTo>
                <a:lnTo>
                  <a:pt x="0" y="0"/>
                </a:lnTo>
                <a:lnTo>
                  <a:pt x="0" y="60"/>
                </a:lnTo>
                <a:lnTo>
                  <a:pt x="12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5" name="Freeform 129">
            <a:extLst>
              <a:ext uri="{FF2B5EF4-FFF2-40B4-BE49-F238E27FC236}">
                <a16:creationId xmlns:a16="http://schemas.microsoft.com/office/drawing/2014/main" id="{EEFD21DE-ACEF-4AEC-99EA-8AE0FCE8E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53088" y="2914650"/>
            <a:ext cx="190500" cy="1076325"/>
          </a:xfrm>
          <a:custGeom>
            <a:avLst/>
            <a:gdLst>
              <a:gd name="T0" fmla="*/ 120 w 120"/>
              <a:gd name="T1" fmla="*/ 0 h 678"/>
              <a:gd name="T2" fmla="*/ 120 w 120"/>
              <a:gd name="T3" fmla="*/ 0 h 678"/>
              <a:gd name="T4" fmla="*/ 0 w 120"/>
              <a:gd name="T5" fmla="*/ 60 h 678"/>
              <a:gd name="T6" fmla="*/ 0 w 120"/>
              <a:gd name="T7" fmla="*/ 678 h 678"/>
              <a:gd name="T8" fmla="*/ 120 w 120"/>
              <a:gd name="T9" fmla="*/ 678 h 678"/>
              <a:gd name="T10" fmla="*/ 120 w 120"/>
              <a:gd name="T11" fmla="*/ 0 h 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0" h="678">
                <a:moveTo>
                  <a:pt x="120" y="0"/>
                </a:moveTo>
                <a:lnTo>
                  <a:pt x="120" y="0"/>
                </a:lnTo>
                <a:lnTo>
                  <a:pt x="0" y="60"/>
                </a:lnTo>
                <a:lnTo>
                  <a:pt x="0" y="678"/>
                </a:lnTo>
                <a:lnTo>
                  <a:pt x="120" y="678"/>
                </a:lnTo>
                <a:lnTo>
                  <a:pt x="12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6" name="Freeform 131">
            <a:extLst>
              <a:ext uri="{FF2B5EF4-FFF2-40B4-BE49-F238E27FC236}">
                <a16:creationId xmlns:a16="http://schemas.microsoft.com/office/drawing/2014/main" id="{709B5EDC-1139-4AD4-8E46-8D226CA93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53088" y="2822575"/>
            <a:ext cx="190500" cy="187325"/>
          </a:xfrm>
          <a:custGeom>
            <a:avLst/>
            <a:gdLst>
              <a:gd name="T0" fmla="*/ 0 w 120"/>
              <a:gd name="T1" fmla="*/ 0 h 118"/>
              <a:gd name="T2" fmla="*/ 0 w 120"/>
              <a:gd name="T3" fmla="*/ 118 h 118"/>
              <a:gd name="T4" fmla="*/ 120 w 120"/>
              <a:gd name="T5" fmla="*/ 58 h 118"/>
              <a:gd name="T6" fmla="*/ 0 w 120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0" h="118">
                <a:moveTo>
                  <a:pt x="0" y="0"/>
                </a:moveTo>
                <a:lnTo>
                  <a:pt x="0" y="118"/>
                </a:lnTo>
                <a:lnTo>
                  <a:pt x="120" y="5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7" name="Rectangle 132">
            <a:extLst>
              <a:ext uri="{FF2B5EF4-FFF2-40B4-BE49-F238E27FC236}">
                <a16:creationId xmlns:a16="http://schemas.microsoft.com/office/drawing/2014/main" id="{CE36F776-C8F9-470A-96AD-DF21CA01A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2603500"/>
            <a:ext cx="387350" cy="1387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8" name="Rectangle 133">
            <a:extLst>
              <a:ext uri="{FF2B5EF4-FFF2-40B4-BE49-F238E27FC236}">
                <a16:creationId xmlns:a16="http://schemas.microsoft.com/office/drawing/2014/main" id="{E2EA4027-DDB4-4751-A186-9FEA53C0E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2603500"/>
            <a:ext cx="387350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9" name="Freeform 134">
            <a:extLst>
              <a:ext uri="{FF2B5EF4-FFF2-40B4-BE49-F238E27FC236}">
                <a16:creationId xmlns:a16="http://schemas.microsoft.com/office/drawing/2014/main" id="{6C8E2606-2493-4CB7-AB4B-1325B48A4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0" name="Freeform 135">
            <a:extLst>
              <a:ext uri="{FF2B5EF4-FFF2-40B4-BE49-F238E27FC236}">
                <a16:creationId xmlns:a16="http://schemas.microsoft.com/office/drawing/2014/main" id="{3BF77C12-F6AA-4311-AC8F-ADC28E232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1" name="Freeform 136">
            <a:extLst>
              <a:ext uri="{FF2B5EF4-FFF2-40B4-BE49-F238E27FC236}">
                <a16:creationId xmlns:a16="http://schemas.microsoft.com/office/drawing/2014/main" id="{709D6424-2B08-4664-B367-0F5E0B00F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2" name="Freeform 137">
            <a:extLst>
              <a:ext uri="{FF2B5EF4-FFF2-40B4-BE49-F238E27FC236}">
                <a16:creationId xmlns:a16="http://schemas.microsoft.com/office/drawing/2014/main" id="{45EC3657-6A56-473D-876B-217924C46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3" name="Rectangle 138">
            <a:extLst>
              <a:ext uri="{FF2B5EF4-FFF2-40B4-BE49-F238E27FC236}">
                <a16:creationId xmlns:a16="http://schemas.microsoft.com/office/drawing/2014/main" id="{BBF3E277-2AA5-4832-8C2E-A9C9C7BC0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3524250"/>
            <a:ext cx="387350" cy="4667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4" name="Rectangle 139">
            <a:extLst>
              <a:ext uri="{FF2B5EF4-FFF2-40B4-BE49-F238E27FC236}">
                <a16:creationId xmlns:a16="http://schemas.microsoft.com/office/drawing/2014/main" id="{638719AB-E200-4D9A-9118-1C25E804E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3524250"/>
            <a:ext cx="3873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5" name="Freeform 140">
            <a:extLst>
              <a:ext uri="{FF2B5EF4-FFF2-40B4-BE49-F238E27FC236}">
                <a16:creationId xmlns:a16="http://schemas.microsoft.com/office/drawing/2014/main" id="{9927DC7B-07E7-4422-BE65-B1BE42859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3429000"/>
            <a:ext cx="387350" cy="190500"/>
          </a:xfrm>
          <a:custGeom>
            <a:avLst/>
            <a:gdLst>
              <a:gd name="T0" fmla="*/ 122 w 244"/>
              <a:gd name="T1" fmla="*/ 120 h 120"/>
              <a:gd name="T2" fmla="*/ 0 w 244"/>
              <a:gd name="T3" fmla="*/ 60 h 120"/>
              <a:gd name="T4" fmla="*/ 122 w 244"/>
              <a:gd name="T5" fmla="*/ 0 h 120"/>
              <a:gd name="T6" fmla="*/ 244 w 244"/>
              <a:gd name="T7" fmla="*/ 60 h 120"/>
              <a:gd name="T8" fmla="*/ 122 w 244"/>
              <a:gd name="T9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20">
                <a:moveTo>
                  <a:pt x="122" y="120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2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6" name="Freeform 141">
            <a:extLst>
              <a:ext uri="{FF2B5EF4-FFF2-40B4-BE49-F238E27FC236}">
                <a16:creationId xmlns:a16="http://schemas.microsoft.com/office/drawing/2014/main" id="{C199F6D5-D190-4CBD-9D8D-FC032ED77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3429000"/>
            <a:ext cx="387350" cy="190500"/>
          </a:xfrm>
          <a:custGeom>
            <a:avLst/>
            <a:gdLst>
              <a:gd name="T0" fmla="*/ 122 w 244"/>
              <a:gd name="T1" fmla="*/ 120 h 120"/>
              <a:gd name="T2" fmla="*/ 0 w 244"/>
              <a:gd name="T3" fmla="*/ 60 h 120"/>
              <a:gd name="T4" fmla="*/ 122 w 244"/>
              <a:gd name="T5" fmla="*/ 0 h 120"/>
              <a:gd name="T6" fmla="*/ 244 w 244"/>
              <a:gd name="T7" fmla="*/ 60 h 120"/>
              <a:gd name="T8" fmla="*/ 122 w 244"/>
              <a:gd name="T9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20">
                <a:moveTo>
                  <a:pt x="122" y="120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2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7" name="Freeform 143">
            <a:extLst>
              <a:ext uri="{FF2B5EF4-FFF2-40B4-BE49-F238E27FC236}">
                <a16:creationId xmlns:a16="http://schemas.microsoft.com/office/drawing/2014/main" id="{1EFF21D7-0A8F-4E55-BAFD-5A91A4044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062663" y="2603500"/>
            <a:ext cx="193675" cy="920750"/>
          </a:xfrm>
          <a:custGeom>
            <a:avLst/>
            <a:gdLst>
              <a:gd name="T0" fmla="*/ 122 w 122"/>
              <a:gd name="T1" fmla="*/ 0 h 580"/>
              <a:gd name="T2" fmla="*/ 122 w 122"/>
              <a:gd name="T3" fmla="*/ 0 h 580"/>
              <a:gd name="T4" fmla="*/ 0 w 122"/>
              <a:gd name="T5" fmla="*/ 58 h 580"/>
              <a:gd name="T6" fmla="*/ 0 w 122"/>
              <a:gd name="T7" fmla="*/ 520 h 580"/>
              <a:gd name="T8" fmla="*/ 122 w 122"/>
              <a:gd name="T9" fmla="*/ 580 h 580"/>
              <a:gd name="T10" fmla="*/ 122 w 122"/>
              <a:gd name="T11" fmla="*/ 0 h 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580">
                <a:moveTo>
                  <a:pt x="122" y="0"/>
                </a:moveTo>
                <a:lnTo>
                  <a:pt x="122" y="0"/>
                </a:lnTo>
                <a:lnTo>
                  <a:pt x="0" y="58"/>
                </a:lnTo>
                <a:lnTo>
                  <a:pt x="0" y="520"/>
                </a:lnTo>
                <a:lnTo>
                  <a:pt x="122" y="58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8" name="Freeform 145">
            <a:extLst>
              <a:ext uri="{FF2B5EF4-FFF2-40B4-BE49-F238E27FC236}">
                <a16:creationId xmlns:a16="http://schemas.microsoft.com/office/drawing/2014/main" id="{6AF8D644-8D18-4330-96BA-FCCD9060C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062663" y="3990975"/>
            <a:ext cx="193675" cy="95250"/>
          </a:xfrm>
          <a:custGeom>
            <a:avLst/>
            <a:gdLst>
              <a:gd name="T0" fmla="*/ 122 w 122"/>
              <a:gd name="T1" fmla="*/ 0 h 60"/>
              <a:gd name="T2" fmla="*/ 0 w 122"/>
              <a:gd name="T3" fmla="*/ 0 h 60"/>
              <a:gd name="T4" fmla="*/ 0 w 122"/>
              <a:gd name="T5" fmla="*/ 60 h 60"/>
              <a:gd name="T6" fmla="*/ 122 w 122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60">
                <a:moveTo>
                  <a:pt x="122" y="0"/>
                </a:moveTo>
                <a:lnTo>
                  <a:pt x="0" y="0"/>
                </a:lnTo>
                <a:lnTo>
                  <a:pt x="0" y="6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9" name="Freeform 147">
            <a:extLst>
              <a:ext uri="{FF2B5EF4-FFF2-40B4-BE49-F238E27FC236}">
                <a16:creationId xmlns:a16="http://schemas.microsoft.com/office/drawing/2014/main" id="{FE80B6CB-BBD0-4042-A21A-262C9C0D0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062663" y="3524250"/>
            <a:ext cx="193675" cy="466725"/>
          </a:xfrm>
          <a:custGeom>
            <a:avLst/>
            <a:gdLst>
              <a:gd name="T0" fmla="*/ 122 w 122"/>
              <a:gd name="T1" fmla="*/ 0 h 294"/>
              <a:gd name="T2" fmla="*/ 122 w 122"/>
              <a:gd name="T3" fmla="*/ 0 h 294"/>
              <a:gd name="T4" fmla="*/ 0 w 122"/>
              <a:gd name="T5" fmla="*/ 60 h 294"/>
              <a:gd name="T6" fmla="*/ 0 w 122"/>
              <a:gd name="T7" fmla="*/ 294 h 294"/>
              <a:gd name="T8" fmla="*/ 122 w 122"/>
              <a:gd name="T9" fmla="*/ 294 h 294"/>
              <a:gd name="T10" fmla="*/ 122 w 122"/>
              <a:gd name="T11" fmla="*/ 0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294">
                <a:moveTo>
                  <a:pt x="122" y="0"/>
                </a:moveTo>
                <a:lnTo>
                  <a:pt x="122" y="0"/>
                </a:lnTo>
                <a:lnTo>
                  <a:pt x="0" y="60"/>
                </a:lnTo>
                <a:lnTo>
                  <a:pt x="0" y="294"/>
                </a:lnTo>
                <a:lnTo>
                  <a:pt x="122" y="294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0" name="Freeform 149">
            <a:extLst>
              <a:ext uri="{FF2B5EF4-FFF2-40B4-BE49-F238E27FC236}">
                <a16:creationId xmlns:a16="http://schemas.microsoft.com/office/drawing/2014/main" id="{13BF546E-0B9F-4550-B562-7D41EF7D7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062663" y="3429000"/>
            <a:ext cx="193675" cy="190500"/>
          </a:xfrm>
          <a:custGeom>
            <a:avLst/>
            <a:gdLst>
              <a:gd name="T0" fmla="*/ 0 w 122"/>
              <a:gd name="T1" fmla="*/ 0 h 120"/>
              <a:gd name="T2" fmla="*/ 0 w 122"/>
              <a:gd name="T3" fmla="*/ 120 h 120"/>
              <a:gd name="T4" fmla="*/ 122 w 122"/>
              <a:gd name="T5" fmla="*/ 60 h 120"/>
              <a:gd name="T6" fmla="*/ 0 w 122"/>
              <a:gd name="T7" fmla="*/ 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120">
                <a:moveTo>
                  <a:pt x="0" y="0"/>
                </a:moveTo>
                <a:lnTo>
                  <a:pt x="0" y="120"/>
                </a:lnTo>
                <a:lnTo>
                  <a:pt x="122" y="6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8" name="Freeform 269">
            <a:extLst>
              <a:ext uri="{FF2B5EF4-FFF2-40B4-BE49-F238E27FC236}">
                <a16:creationId xmlns:a16="http://schemas.microsoft.com/office/drawing/2014/main" id="{FEEE6FF4-668C-491C-BF04-55F18AB1A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830738" y="2603280"/>
            <a:ext cx="193666" cy="1483200"/>
          </a:xfrm>
          <a:custGeom>
            <a:avLst/>
            <a:gdLst>
              <a:gd name="T0" fmla="*/ 144 w 144"/>
              <a:gd name="T1" fmla="*/ 0 h 1104"/>
              <a:gd name="T2" fmla="*/ 0 w 144"/>
              <a:gd name="T3" fmla="*/ 69 h 1104"/>
              <a:gd name="T4" fmla="*/ 0 w 144"/>
              <a:gd name="T5" fmla="*/ 1104 h 1104"/>
              <a:gd name="T6" fmla="*/ 144 w 144"/>
              <a:gd name="T7" fmla="*/ 1033 h 1104"/>
              <a:gd name="T8" fmla="*/ 144 w 144"/>
              <a:gd name="T9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" h="1104">
                <a:moveTo>
                  <a:pt x="144" y="0"/>
                </a:moveTo>
                <a:lnTo>
                  <a:pt x="0" y="69"/>
                </a:lnTo>
                <a:lnTo>
                  <a:pt x="0" y="1104"/>
                </a:lnTo>
                <a:lnTo>
                  <a:pt x="144" y="1033"/>
                </a:lnTo>
                <a:lnTo>
                  <a:pt x="144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9" name="Freeform 271">
            <a:extLst>
              <a:ext uri="{FF2B5EF4-FFF2-40B4-BE49-F238E27FC236}">
                <a16:creationId xmlns:a16="http://schemas.microsoft.com/office/drawing/2014/main" id="{E9D2A836-0BF6-4DF1-A30E-420A8A5D6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239589" y="2603280"/>
            <a:ext cx="193666" cy="1483200"/>
          </a:xfrm>
          <a:custGeom>
            <a:avLst/>
            <a:gdLst>
              <a:gd name="T0" fmla="*/ 144 w 144"/>
              <a:gd name="T1" fmla="*/ 0 h 1104"/>
              <a:gd name="T2" fmla="*/ 0 w 144"/>
              <a:gd name="T3" fmla="*/ 69 h 1104"/>
              <a:gd name="T4" fmla="*/ 0 w 144"/>
              <a:gd name="T5" fmla="*/ 1104 h 1104"/>
              <a:gd name="T6" fmla="*/ 144 w 144"/>
              <a:gd name="T7" fmla="*/ 1033 h 1104"/>
              <a:gd name="T8" fmla="*/ 144 w 144"/>
              <a:gd name="T9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" h="1104">
                <a:moveTo>
                  <a:pt x="144" y="0"/>
                </a:moveTo>
                <a:lnTo>
                  <a:pt x="0" y="69"/>
                </a:lnTo>
                <a:lnTo>
                  <a:pt x="0" y="1104"/>
                </a:lnTo>
                <a:lnTo>
                  <a:pt x="144" y="1033"/>
                </a:lnTo>
                <a:lnTo>
                  <a:pt x="144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0" name="Freeform 273">
            <a:extLst>
              <a:ext uri="{FF2B5EF4-FFF2-40B4-BE49-F238E27FC236}">
                <a16:creationId xmlns:a16="http://schemas.microsoft.com/office/drawing/2014/main" id="{EEB1CC3F-2478-4F9E-8654-854FFF07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652476" y="2603280"/>
            <a:ext cx="190977" cy="1483200"/>
          </a:xfrm>
          <a:custGeom>
            <a:avLst/>
            <a:gdLst>
              <a:gd name="T0" fmla="*/ 142 w 142"/>
              <a:gd name="T1" fmla="*/ 0 h 1104"/>
              <a:gd name="T2" fmla="*/ 0 w 142"/>
              <a:gd name="T3" fmla="*/ 69 h 1104"/>
              <a:gd name="T4" fmla="*/ 0 w 142"/>
              <a:gd name="T5" fmla="*/ 1104 h 1104"/>
              <a:gd name="T6" fmla="*/ 142 w 142"/>
              <a:gd name="T7" fmla="*/ 1033 h 1104"/>
              <a:gd name="T8" fmla="*/ 142 w 142"/>
              <a:gd name="T9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2" h="1104">
                <a:moveTo>
                  <a:pt x="142" y="0"/>
                </a:moveTo>
                <a:lnTo>
                  <a:pt x="0" y="69"/>
                </a:lnTo>
                <a:lnTo>
                  <a:pt x="0" y="1104"/>
                </a:lnTo>
                <a:lnTo>
                  <a:pt x="142" y="1033"/>
                </a:lnTo>
                <a:lnTo>
                  <a:pt x="142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1" name="Freeform 275">
            <a:extLst>
              <a:ext uri="{FF2B5EF4-FFF2-40B4-BE49-F238E27FC236}">
                <a16:creationId xmlns:a16="http://schemas.microsoft.com/office/drawing/2014/main" id="{E5E16130-D94E-43C7-A1D6-2AD6D4634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062672" y="2603280"/>
            <a:ext cx="193666" cy="1483200"/>
          </a:xfrm>
          <a:custGeom>
            <a:avLst/>
            <a:gdLst>
              <a:gd name="T0" fmla="*/ 144 w 144"/>
              <a:gd name="T1" fmla="*/ 0 h 1104"/>
              <a:gd name="T2" fmla="*/ 0 w 144"/>
              <a:gd name="T3" fmla="*/ 69 h 1104"/>
              <a:gd name="T4" fmla="*/ 0 w 144"/>
              <a:gd name="T5" fmla="*/ 1104 h 1104"/>
              <a:gd name="T6" fmla="*/ 144 w 144"/>
              <a:gd name="T7" fmla="*/ 1033 h 1104"/>
              <a:gd name="T8" fmla="*/ 144 w 144"/>
              <a:gd name="T9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" h="1104">
                <a:moveTo>
                  <a:pt x="144" y="0"/>
                </a:moveTo>
                <a:lnTo>
                  <a:pt x="0" y="69"/>
                </a:lnTo>
                <a:lnTo>
                  <a:pt x="0" y="1104"/>
                </a:lnTo>
                <a:lnTo>
                  <a:pt x="144" y="1033"/>
                </a:lnTo>
                <a:lnTo>
                  <a:pt x="144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6" name="Freeform 166">
            <a:extLst>
              <a:ext uri="{FF2B5EF4-FFF2-40B4-BE49-F238E27FC236}">
                <a16:creationId xmlns:a16="http://schemas.microsoft.com/office/drawing/2014/main" id="{D9A5A902-43A9-48B8-983B-F77401477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3238" y="5902325"/>
            <a:ext cx="882650" cy="365125"/>
          </a:xfrm>
          <a:custGeom>
            <a:avLst/>
            <a:gdLst>
              <a:gd name="T0" fmla="*/ 556 w 556"/>
              <a:gd name="T1" fmla="*/ 230 h 230"/>
              <a:gd name="T2" fmla="*/ 0 w 556"/>
              <a:gd name="T3" fmla="*/ 230 h 230"/>
              <a:gd name="T4" fmla="*/ 0 w 556"/>
              <a:gd name="T5" fmla="*/ 80 h 230"/>
              <a:gd name="T6" fmla="*/ 556 w 556"/>
              <a:gd name="T7" fmla="*/ 0 h 230"/>
              <a:gd name="T8" fmla="*/ 556 w 556"/>
              <a:gd name="T9" fmla="*/ 23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6" h="230">
                <a:moveTo>
                  <a:pt x="556" y="230"/>
                </a:moveTo>
                <a:lnTo>
                  <a:pt x="0" y="230"/>
                </a:lnTo>
                <a:lnTo>
                  <a:pt x="0" y="80"/>
                </a:lnTo>
                <a:lnTo>
                  <a:pt x="556" y="0"/>
                </a:lnTo>
                <a:lnTo>
                  <a:pt x="556" y="23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7" name="Freeform 167">
            <a:extLst>
              <a:ext uri="{FF2B5EF4-FFF2-40B4-BE49-F238E27FC236}">
                <a16:creationId xmlns:a16="http://schemas.microsoft.com/office/drawing/2014/main" id="{C4BFE6DA-DFED-49F4-A9DB-8429D22D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3238" y="5410200"/>
            <a:ext cx="882650" cy="619125"/>
          </a:xfrm>
          <a:custGeom>
            <a:avLst/>
            <a:gdLst>
              <a:gd name="T0" fmla="*/ 556 w 556"/>
              <a:gd name="T1" fmla="*/ 310 h 390"/>
              <a:gd name="T2" fmla="*/ 0 w 556"/>
              <a:gd name="T3" fmla="*/ 390 h 390"/>
              <a:gd name="T4" fmla="*/ 0 w 556"/>
              <a:gd name="T5" fmla="*/ 240 h 390"/>
              <a:gd name="T6" fmla="*/ 556 w 556"/>
              <a:gd name="T7" fmla="*/ 0 h 390"/>
              <a:gd name="T8" fmla="*/ 556 w 556"/>
              <a:gd name="T9" fmla="*/ 31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6" h="390">
                <a:moveTo>
                  <a:pt x="556" y="310"/>
                </a:moveTo>
                <a:lnTo>
                  <a:pt x="0" y="390"/>
                </a:lnTo>
                <a:lnTo>
                  <a:pt x="0" y="240"/>
                </a:lnTo>
                <a:lnTo>
                  <a:pt x="556" y="0"/>
                </a:lnTo>
                <a:lnTo>
                  <a:pt x="556" y="31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8" name="Freeform 168">
            <a:extLst>
              <a:ext uri="{FF2B5EF4-FFF2-40B4-BE49-F238E27FC236}">
                <a16:creationId xmlns:a16="http://schemas.microsoft.com/office/drawing/2014/main" id="{CA6CCDED-910B-436A-8DBF-6D91122FF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3238" y="4918075"/>
            <a:ext cx="882650" cy="873125"/>
          </a:xfrm>
          <a:custGeom>
            <a:avLst/>
            <a:gdLst>
              <a:gd name="T0" fmla="*/ 556 w 556"/>
              <a:gd name="T1" fmla="*/ 310 h 550"/>
              <a:gd name="T2" fmla="*/ 0 w 556"/>
              <a:gd name="T3" fmla="*/ 550 h 550"/>
              <a:gd name="T4" fmla="*/ 0 w 556"/>
              <a:gd name="T5" fmla="*/ 400 h 550"/>
              <a:gd name="T6" fmla="*/ 556 w 556"/>
              <a:gd name="T7" fmla="*/ 0 h 550"/>
              <a:gd name="T8" fmla="*/ 556 w 556"/>
              <a:gd name="T9" fmla="*/ 31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6" h="550">
                <a:moveTo>
                  <a:pt x="556" y="310"/>
                </a:moveTo>
                <a:lnTo>
                  <a:pt x="0" y="550"/>
                </a:lnTo>
                <a:lnTo>
                  <a:pt x="0" y="400"/>
                </a:lnTo>
                <a:lnTo>
                  <a:pt x="556" y="0"/>
                </a:lnTo>
                <a:lnTo>
                  <a:pt x="556" y="3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9" name="Freeform 169">
            <a:extLst>
              <a:ext uri="{FF2B5EF4-FFF2-40B4-BE49-F238E27FC236}">
                <a16:creationId xmlns:a16="http://schemas.microsoft.com/office/drawing/2014/main" id="{75C6D2CE-69F8-45AB-BE0F-2EC1ADFC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3238" y="4425950"/>
            <a:ext cx="882650" cy="1127125"/>
          </a:xfrm>
          <a:custGeom>
            <a:avLst/>
            <a:gdLst>
              <a:gd name="T0" fmla="*/ 556 w 556"/>
              <a:gd name="T1" fmla="*/ 310 h 710"/>
              <a:gd name="T2" fmla="*/ 0 w 556"/>
              <a:gd name="T3" fmla="*/ 710 h 710"/>
              <a:gd name="T4" fmla="*/ 0 w 556"/>
              <a:gd name="T5" fmla="*/ 560 h 710"/>
              <a:gd name="T6" fmla="*/ 556 w 556"/>
              <a:gd name="T7" fmla="*/ 0 h 710"/>
              <a:gd name="T8" fmla="*/ 556 w 556"/>
              <a:gd name="T9" fmla="*/ 31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6" h="710">
                <a:moveTo>
                  <a:pt x="556" y="310"/>
                </a:moveTo>
                <a:lnTo>
                  <a:pt x="0" y="710"/>
                </a:lnTo>
                <a:lnTo>
                  <a:pt x="0" y="560"/>
                </a:lnTo>
                <a:lnTo>
                  <a:pt x="556" y="0"/>
                </a:lnTo>
                <a:lnTo>
                  <a:pt x="556" y="3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0" name="Freeform 170">
            <a:extLst>
              <a:ext uri="{FF2B5EF4-FFF2-40B4-BE49-F238E27FC236}">
                <a16:creationId xmlns:a16="http://schemas.microsoft.com/office/drawing/2014/main" id="{3184EB6D-9502-4427-9E50-FC94E2401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902325"/>
            <a:ext cx="885825" cy="365125"/>
          </a:xfrm>
          <a:custGeom>
            <a:avLst/>
            <a:gdLst>
              <a:gd name="T0" fmla="*/ 0 w 558"/>
              <a:gd name="T1" fmla="*/ 230 h 230"/>
              <a:gd name="T2" fmla="*/ 558 w 558"/>
              <a:gd name="T3" fmla="*/ 230 h 230"/>
              <a:gd name="T4" fmla="*/ 558 w 558"/>
              <a:gd name="T5" fmla="*/ 80 h 230"/>
              <a:gd name="T6" fmla="*/ 0 w 558"/>
              <a:gd name="T7" fmla="*/ 0 h 230"/>
              <a:gd name="T8" fmla="*/ 0 w 558"/>
              <a:gd name="T9" fmla="*/ 23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230">
                <a:moveTo>
                  <a:pt x="0" y="230"/>
                </a:moveTo>
                <a:lnTo>
                  <a:pt x="558" y="230"/>
                </a:lnTo>
                <a:lnTo>
                  <a:pt x="558" y="80"/>
                </a:lnTo>
                <a:lnTo>
                  <a:pt x="0" y="0"/>
                </a:lnTo>
                <a:lnTo>
                  <a:pt x="0" y="23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1" name="Freeform 171">
            <a:extLst>
              <a:ext uri="{FF2B5EF4-FFF2-40B4-BE49-F238E27FC236}">
                <a16:creationId xmlns:a16="http://schemas.microsoft.com/office/drawing/2014/main" id="{8921B321-83C6-4ADE-8912-7C7C6674D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902325"/>
            <a:ext cx="885825" cy="365125"/>
          </a:xfrm>
          <a:custGeom>
            <a:avLst/>
            <a:gdLst>
              <a:gd name="T0" fmla="*/ 0 w 558"/>
              <a:gd name="T1" fmla="*/ 230 h 230"/>
              <a:gd name="T2" fmla="*/ 558 w 558"/>
              <a:gd name="T3" fmla="*/ 230 h 230"/>
              <a:gd name="T4" fmla="*/ 558 w 558"/>
              <a:gd name="T5" fmla="*/ 80 h 230"/>
              <a:gd name="T6" fmla="*/ 0 w 558"/>
              <a:gd name="T7" fmla="*/ 0 h 230"/>
              <a:gd name="T8" fmla="*/ 0 w 558"/>
              <a:gd name="T9" fmla="*/ 23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230">
                <a:moveTo>
                  <a:pt x="0" y="230"/>
                </a:moveTo>
                <a:lnTo>
                  <a:pt x="558" y="230"/>
                </a:lnTo>
                <a:lnTo>
                  <a:pt x="558" y="80"/>
                </a:lnTo>
                <a:lnTo>
                  <a:pt x="0" y="0"/>
                </a:lnTo>
                <a:lnTo>
                  <a:pt x="0" y="23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2" name="Freeform 172">
            <a:extLst>
              <a:ext uri="{FF2B5EF4-FFF2-40B4-BE49-F238E27FC236}">
                <a16:creationId xmlns:a16="http://schemas.microsoft.com/office/drawing/2014/main" id="{A8A5A054-6E3C-413A-ACC1-D1658BDBE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410200"/>
            <a:ext cx="885825" cy="619125"/>
          </a:xfrm>
          <a:custGeom>
            <a:avLst/>
            <a:gdLst>
              <a:gd name="T0" fmla="*/ 0 w 558"/>
              <a:gd name="T1" fmla="*/ 310 h 390"/>
              <a:gd name="T2" fmla="*/ 558 w 558"/>
              <a:gd name="T3" fmla="*/ 390 h 390"/>
              <a:gd name="T4" fmla="*/ 558 w 558"/>
              <a:gd name="T5" fmla="*/ 240 h 390"/>
              <a:gd name="T6" fmla="*/ 0 w 558"/>
              <a:gd name="T7" fmla="*/ 0 h 390"/>
              <a:gd name="T8" fmla="*/ 0 w 558"/>
              <a:gd name="T9" fmla="*/ 31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390">
                <a:moveTo>
                  <a:pt x="0" y="310"/>
                </a:moveTo>
                <a:lnTo>
                  <a:pt x="558" y="390"/>
                </a:lnTo>
                <a:lnTo>
                  <a:pt x="558" y="240"/>
                </a:lnTo>
                <a:lnTo>
                  <a:pt x="0" y="0"/>
                </a:lnTo>
                <a:lnTo>
                  <a:pt x="0" y="31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3" name="Freeform 173">
            <a:extLst>
              <a:ext uri="{FF2B5EF4-FFF2-40B4-BE49-F238E27FC236}">
                <a16:creationId xmlns:a16="http://schemas.microsoft.com/office/drawing/2014/main" id="{D5A1D8DB-4EA5-4F4F-9255-DB3D35E15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410200"/>
            <a:ext cx="885825" cy="619125"/>
          </a:xfrm>
          <a:custGeom>
            <a:avLst/>
            <a:gdLst>
              <a:gd name="T0" fmla="*/ 0 w 558"/>
              <a:gd name="T1" fmla="*/ 310 h 390"/>
              <a:gd name="T2" fmla="*/ 558 w 558"/>
              <a:gd name="T3" fmla="*/ 390 h 390"/>
              <a:gd name="T4" fmla="*/ 558 w 558"/>
              <a:gd name="T5" fmla="*/ 240 h 390"/>
              <a:gd name="T6" fmla="*/ 0 w 558"/>
              <a:gd name="T7" fmla="*/ 0 h 390"/>
              <a:gd name="T8" fmla="*/ 0 w 558"/>
              <a:gd name="T9" fmla="*/ 31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390">
                <a:moveTo>
                  <a:pt x="0" y="310"/>
                </a:moveTo>
                <a:lnTo>
                  <a:pt x="558" y="390"/>
                </a:lnTo>
                <a:lnTo>
                  <a:pt x="558" y="240"/>
                </a:lnTo>
                <a:lnTo>
                  <a:pt x="0" y="0"/>
                </a:lnTo>
                <a:lnTo>
                  <a:pt x="0" y="31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4" name="Freeform 174">
            <a:extLst>
              <a:ext uri="{FF2B5EF4-FFF2-40B4-BE49-F238E27FC236}">
                <a16:creationId xmlns:a16="http://schemas.microsoft.com/office/drawing/2014/main" id="{4E7B934A-DD17-4105-A433-FD07F90C9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918075"/>
            <a:ext cx="885825" cy="873125"/>
          </a:xfrm>
          <a:custGeom>
            <a:avLst/>
            <a:gdLst>
              <a:gd name="T0" fmla="*/ 0 w 558"/>
              <a:gd name="T1" fmla="*/ 310 h 550"/>
              <a:gd name="T2" fmla="*/ 558 w 558"/>
              <a:gd name="T3" fmla="*/ 550 h 550"/>
              <a:gd name="T4" fmla="*/ 558 w 558"/>
              <a:gd name="T5" fmla="*/ 400 h 550"/>
              <a:gd name="T6" fmla="*/ 0 w 558"/>
              <a:gd name="T7" fmla="*/ 0 h 550"/>
              <a:gd name="T8" fmla="*/ 0 w 558"/>
              <a:gd name="T9" fmla="*/ 31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550">
                <a:moveTo>
                  <a:pt x="0" y="310"/>
                </a:moveTo>
                <a:lnTo>
                  <a:pt x="558" y="550"/>
                </a:lnTo>
                <a:lnTo>
                  <a:pt x="558" y="400"/>
                </a:lnTo>
                <a:lnTo>
                  <a:pt x="0" y="0"/>
                </a:lnTo>
                <a:lnTo>
                  <a:pt x="0" y="3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5" name="Freeform 175">
            <a:extLst>
              <a:ext uri="{FF2B5EF4-FFF2-40B4-BE49-F238E27FC236}">
                <a16:creationId xmlns:a16="http://schemas.microsoft.com/office/drawing/2014/main" id="{AED98E17-E1E5-4B59-8A40-CAEB02A9C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918075"/>
            <a:ext cx="885825" cy="873125"/>
          </a:xfrm>
          <a:custGeom>
            <a:avLst/>
            <a:gdLst>
              <a:gd name="T0" fmla="*/ 0 w 558"/>
              <a:gd name="T1" fmla="*/ 310 h 550"/>
              <a:gd name="T2" fmla="*/ 558 w 558"/>
              <a:gd name="T3" fmla="*/ 550 h 550"/>
              <a:gd name="T4" fmla="*/ 558 w 558"/>
              <a:gd name="T5" fmla="*/ 400 h 550"/>
              <a:gd name="T6" fmla="*/ 0 w 558"/>
              <a:gd name="T7" fmla="*/ 0 h 550"/>
              <a:gd name="T8" fmla="*/ 0 w 558"/>
              <a:gd name="T9" fmla="*/ 31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550">
                <a:moveTo>
                  <a:pt x="0" y="310"/>
                </a:moveTo>
                <a:lnTo>
                  <a:pt x="558" y="550"/>
                </a:lnTo>
                <a:lnTo>
                  <a:pt x="558" y="400"/>
                </a:lnTo>
                <a:lnTo>
                  <a:pt x="0" y="0"/>
                </a:lnTo>
                <a:lnTo>
                  <a:pt x="0" y="31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6" name="Freeform 176">
            <a:extLst>
              <a:ext uri="{FF2B5EF4-FFF2-40B4-BE49-F238E27FC236}">
                <a16:creationId xmlns:a16="http://schemas.microsoft.com/office/drawing/2014/main" id="{31F286F7-9250-48D0-BF0D-4ED329A12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425950"/>
            <a:ext cx="885825" cy="1127125"/>
          </a:xfrm>
          <a:custGeom>
            <a:avLst/>
            <a:gdLst>
              <a:gd name="T0" fmla="*/ 0 w 558"/>
              <a:gd name="T1" fmla="*/ 310 h 710"/>
              <a:gd name="T2" fmla="*/ 558 w 558"/>
              <a:gd name="T3" fmla="*/ 710 h 710"/>
              <a:gd name="T4" fmla="*/ 558 w 558"/>
              <a:gd name="T5" fmla="*/ 560 h 710"/>
              <a:gd name="T6" fmla="*/ 0 w 558"/>
              <a:gd name="T7" fmla="*/ 0 h 710"/>
              <a:gd name="T8" fmla="*/ 0 w 558"/>
              <a:gd name="T9" fmla="*/ 31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710">
                <a:moveTo>
                  <a:pt x="0" y="310"/>
                </a:moveTo>
                <a:lnTo>
                  <a:pt x="558" y="710"/>
                </a:lnTo>
                <a:lnTo>
                  <a:pt x="558" y="560"/>
                </a:lnTo>
                <a:lnTo>
                  <a:pt x="0" y="0"/>
                </a:lnTo>
                <a:lnTo>
                  <a:pt x="0" y="3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7" name="Freeform 177">
            <a:extLst>
              <a:ext uri="{FF2B5EF4-FFF2-40B4-BE49-F238E27FC236}">
                <a16:creationId xmlns:a16="http://schemas.microsoft.com/office/drawing/2014/main" id="{AABA9060-F83B-4D60-828E-2CFE331C0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425950"/>
            <a:ext cx="885825" cy="1127125"/>
          </a:xfrm>
          <a:custGeom>
            <a:avLst/>
            <a:gdLst>
              <a:gd name="T0" fmla="*/ 0 w 558"/>
              <a:gd name="T1" fmla="*/ 310 h 710"/>
              <a:gd name="T2" fmla="*/ 558 w 558"/>
              <a:gd name="T3" fmla="*/ 710 h 710"/>
              <a:gd name="T4" fmla="*/ 558 w 558"/>
              <a:gd name="T5" fmla="*/ 560 h 710"/>
              <a:gd name="T6" fmla="*/ 0 w 558"/>
              <a:gd name="T7" fmla="*/ 0 h 710"/>
              <a:gd name="T8" fmla="*/ 0 w 558"/>
              <a:gd name="T9" fmla="*/ 31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710">
                <a:moveTo>
                  <a:pt x="0" y="310"/>
                </a:moveTo>
                <a:lnTo>
                  <a:pt x="558" y="710"/>
                </a:lnTo>
                <a:lnTo>
                  <a:pt x="558" y="560"/>
                </a:lnTo>
                <a:lnTo>
                  <a:pt x="0" y="0"/>
                </a:lnTo>
                <a:lnTo>
                  <a:pt x="0" y="31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8" name="Freeform 178">
            <a:extLst>
              <a:ext uri="{FF2B5EF4-FFF2-40B4-BE49-F238E27FC236}">
                <a16:creationId xmlns:a16="http://schemas.microsoft.com/office/drawing/2014/main" id="{CD56ABFC-AD47-4695-8837-748B887CD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425950"/>
            <a:ext cx="885825" cy="1841500"/>
          </a:xfrm>
          <a:custGeom>
            <a:avLst/>
            <a:gdLst>
              <a:gd name="T0" fmla="*/ 0 w 558"/>
              <a:gd name="T1" fmla="*/ 0 h 1160"/>
              <a:gd name="T2" fmla="*/ 0 w 558"/>
              <a:gd name="T3" fmla="*/ 0 h 1160"/>
              <a:gd name="T4" fmla="*/ 558 w 558"/>
              <a:gd name="T5" fmla="*/ 560 h 1160"/>
              <a:gd name="T6" fmla="*/ 558 w 558"/>
              <a:gd name="T7" fmla="*/ 710 h 1160"/>
              <a:gd name="T8" fmla="*/ 0 w 558"/>
              <a:gd name="T9" fmla="*/ 310 h 1160"/>
              <a:gd name="T10" fmla="*/ 558 w 558"/>
              <a:gd name="T11" fmla="*/ 710 h 1160"/>
              <a:gd name="T12" fmla="*/ 558 w 558"/>
              <a:gd name="T13" fmla="*/ 860 h 1160"/>
              <a:gd name="T14" fmla="*/ 0 w 558"/>
              <a:gd name="T15" fmla="*/ 620 h 1160"/>
              <a:gd name="T16" fmla="*/ 558 w 558"/>
              <a:gd name="T17" fmla="*/ 860 h 1160"/>
              <a:gd name="T18" fmla="*/ 558 w 558"/>
              <a:gd name="T19" fmla="*/ 1010 h 1160"/>
              <a:gd name="T20" fmla="*/ 0 w 558"/>
              <a:gd name="T21" fmla="*/ 930 h 1160"/>
              <a:gd name="T22" fmla="*/ 558 w 558"/>
              <a:gd name="T23" fmla="*/ 1010 h 1160"/>
              <a:gd name="T24" fmla="*/ 558 w 558"/>
              <a:gd name="T25" fmla="*/ 1160 h 1160"/>
              <a:gd name="T26" fmla="*/ 558 w 558"/>
              <a:gd name="T27" fmla="*/ 560 h 1160"/>
              <a:gd name="T28" fmla="*/ 0 w 558"/>
              <a:gd name="T29" fmla="*/ 0 h 1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58" h="1160">
                <a:moveTo>
                  <a:pt x="0" y="0"/>
                </a:moveTo>
                <a:lnTo>
                  <a:pt x="0" y="0"/>
                </a:lnTo>
                <a:lnTo>
                  <a:pt x="558" y="560"/>
                </a:lnTo>
                <a:lnTo>
                  <a:pt x="558" y="710"/>
                </a:lnTo>
                <a:lnTo>
                  <a:pt x="0" y="310"/>
                </a:lnTo>
                <a:lnTo>
                  <a:pt x="558" y="710"/>
                </a:lnTo>
                <a:lnTo>
                  <a:pt x="558" y="860"/>
                </a:lnTo>
                <a:lnTo>
                  <a:pt x="0" y="620"/>
                </a:lnTo>
                <a:lnTo>
                  <a:pt x="558" y="860"/>
                </a:lnTo>
                <a:lnTo>
                  <a:pt x="558" y="1010"/>
                </a:lnTo>
                <a:lnTo>
                  <a:pt x="0" y="930"/>
                </a:lnTo>
                <a:lnTo>
                  <a:pt x="558" y="1010"/>
                </a:lnTo>
                <a:lnTo>
                  <a:pt x="558" y="1160"/>
                </a:lnTo>
                <a:lnTo>
                  <a:pt x="558" y="56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9" name="Freeform 179">
            <a:extLst>
              <a:ext uri="{FF2B5EF4-FFF2-40B4-BE49-F238E27FC236}">
                <a16:creationId xmlns:a16="http://schemas.microsoft.com/office/drawing/2014/main" id="{C7290217-42E3-4F4C-8569-B447A2F31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425950"/>
            <a:ext cx="885825" cy="1841500"/>
          </a:xfrm>
          <a:custGeom>
            <a:avLst/>
            <a:gdLst>
              <a:gd name="T0" fmla="*/ 0 w 558"/>
              <a:gd name="T1" fmla="*/ 0 h 1160"/>
              <a:gd name="T2" fmla="*/ 0 w 558"/>
              <a:gd name="T3" fmla="*/ 0 h 1160"/>
              <a:gd name="T4" fmla="*/ 558 w 558"/>
              <a:gd name="T5" fmla="*/ 560 h 1160"/>
              <a:gd name="T6" fmla="*/ 558 w 558"/>
              <a:gd name="T7" fmla="*/ 710 h 1160"/>
              <a:gd name="T8" fmla="*/ 0 w 558"/>
              <a:gd name="T9" fmla="*/ 310 h 1160"/>
              <a:gd name="T10" fmla="*/ 558 w 558"/>
              <a:gd name="T11" fmla="*/ 710 h 1160"/>
              <a:gd name="T12" fmla="*/ 558 w 558"/>
              <a:gd name="T13" fmla="*/ 860 h 1160"/>
              <a:gd name="T14" fmla="*/ 0 w 558"/>
              <a:gd name="T15" fmla="*/ 620 h 1160"/>
              <a:gd name="T16" fmla="*/ 558 w 558"/>
              <a:gd name="T17" fmla="*/ 860 h 1160"/>
              <a:gd name="T18" fmla="*/ 558 w 558"/>
              <a:gd name="T19" fmla="*/ 1010 h 1160"/>
              <a:gd name="T20" fmla="*/ 0 w 558"/>
              <a:gd name="T21" fmla="*/ 930 h 1160"/>
              <a:gd name="T22" fmla="*/ 558 w 558"/>
              <a:gd name="T23" fmla="*/ 1010 h 1160"/>
              <a:gd name="T24" fmla="*/ 558 w 558"/>
              <a:gd name="T25" fmla="*/ 1160 h 1160"/>
              <a:gd name="T26" fmla="*/ 558 w 558"/>
              <a:gd name="T27" fmla="*/ 560 h 1160"/>
              <a:gd name="T28" fmla="*/ 0 w 558"/>
              <a:gd name="T29" fmla="*/ 0 h 1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58" h="1160">
                <a:moveTo>
                  <a:pt x="0" y="0"/>
                </a:moveTo>
                <a:lnTo>
                  <a:pt x="0" y="0"/>
                </a:lnTo>
                <a:lnTo>
                  <a:pt x="558" y="560"/>
                </a:lnTo>
                <a:lnTo>
                  <a:pt x="558" y="710"/>
                </a:lnTo>
                <a:lnTo>
                  <a:pt x="0" y="310"/>
                </a:lnTo>
                <a:lnTo>
                  <a:pt x="558" y="710"/>
                </a:lnTo>
                <a:lnTo>
                  <a:pt x="558" y="860"/>
                </a:lnTo>
                <a:lnTo>
                  <a:pt x="0" y="620"/>
                </a:lnTo>
                <a:lnTo>
                  <a:pt x="558" y="860"/>
                </a:lnTo>
                <a:lnTo>
                  <a:pt x="558" y="1010"/>
                </a:lnTo>
                <a:lnTo>
                  <a:pt x="0" y="930"/>
                </a:lnTo>
                <a:lnTo>
                  <a:pt x="558" y="1010"/>
                </a:lnTo>
                <a:lnTo>
                  <a:pt x="558" y="1160"/>
                </a:lnTo>
                <a:lnTo>
                  <a:pt x="558" y="56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0" name="Freeform 181">
            <a:extLst>
              <a:ext uri="{FF2B5EF4-FFF2-40B4-BE49-F238E27FC236}">
                <a16:creationId xmlns:a16="http://schemas.microsoft.com/office/drawing/2014/main" id="{6AB24584-AD55-4A05-B635-9C51F665B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902325"/>
            <a:ext cx="885825" cy="365125"/>
          </a:xfrm>
          <a:custGeom>
            <a:avLst/>
            <a:gdLst>
              <a:gd name="T0" fmla="*/ 0 w 558"/>
              <a:gd name="T1" fmla="*/ 0 h 230"/>
              <a:gd name="T2" fmla="*/ 0 w 558"/>
              <a:gd name="T3" fmla="*/ 230 h 230"/>
              <a:gd name="T4" fmla="*/ 558 w 558"/>
              <a:gd name="T5" fmla="*/ 230 h 230"/>
              <a:gd name="T6" fmla="*/ 558 w 558"/>
              <a:gd name="T7" fmla="*/ 80 h 230"/>
              <a:gd name="T8" fmla="*/ 0 w 558"/>
              <a:gd name="T9" fmla="*/ 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230">
                <a:moveTo>
                  <a:pt x="0" y="0"/>
                </a:moveTo>
                <a:lnTo>
                  <a:pt x="0" y="230"/>
                </a:lnTo>
                <a:lnTo>
                  <a:pt x="558" y="230"/>
                </a:lnTo>
                <a:lnTo>
                  <a:pt x="558" y="8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1" name="Freeform 183">
            <a:extLst>
              <a:ext uri="{FF2B5EF4-FFF2-40B4-BE49-F238E27FC236}">
                <a16:creationId xmlns:a16="http://schemas.microsoft.com/office/drawing/2014/main" id="{FAD56AB1-024C-4118-9B60-2720340F1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410200"/>
            <a:ext cx="885825" cy="619125"/>
          </a:xfrm>
          <a:custGeom>
            <a:avLst/>
            <a:gdLst>
              <a:gd name="T0" fmla="*/ 0 w 558"/>
              <a:gd name="T1" fmla="*/ 0 h 390"/>
              <a:gd name="T2" fmla="*/ 0 w 558"/>
              <a:gd name="T3" fmla="*/ 310 h 390"/>
              <a:gd name="T4" fmla="*/ 558 w 558"/>
              <a:gd name="T5" fmla="*/ 390 h 390"/>
              <a:gd name="T6" fmla="*/ 558 w 558"/>
              <a:gd name="T7" fmla="*/ 240 h 390"/>
              <a:gd name="T8" fmla="*/ 0 w 558"/>
              <a:gd name="T9" fmla="*/ 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390">
                <a:moveTo>
                  <a:pt x="0" y="0"/>
                </a:moveTo>
                <a:lnTo>
                  <a:pt x="0" y="310"/>
                </a:lnTo>
                <a:lnTo>
                  <a:pt x="558" y="390"/>
                </a:lnTo>
                <a:lnTo>
                  <a:pt x="558" y="24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2" name="Freeform 185">
            <a:extLst>
              <a:ext uri="{FF2B5EF4-FFF2-40B4-BE49-F238E27FC236}">
                <a16:creationId xmlns:a16="http://schemas.microsoft.com/office/drawing/2014/main" id="{EADBE941-C822-47E0-88C0-D19445CA7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918075"/>
            <a:ext cx="885825" cy="873125"/>
          </a:xfrm>
          <a:custGeom>
            <a:avLst/>
            <a:gdLst>
              <a:gd name="T0" fmla="*/ 0 w 558"/>
              <a:gd name="T1" fmla="*/ 0 h 550"/>
              <a:gd name="T2" fmla="*/ 0 w 558"/>
              <a:gd name="T3" fmla="*/ 310 h 550"/>
              <a:gd name="T4" fmla="*/ 558 w 558"/>
              <a:gd name="T5" fmla="*/ 550 h 550"/>
              <a:gd name="T6" fmla="*/ 558 w 558"/>
              <a:gd name="T7" fmla="*/ 400 h 550"/>
              <a:gd name="T8" fmla="*/ 0 w 558"/>
              <a:gd name="T9" fmla="*/ 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550">
                <a:moveTo>
                  <a:pt x="0" y="0"/>
                </a:moveTo>
                <a:lnTo>
                  <a:pt x="0" y="310"/>
                </a:lnTo>
                <a:lnTo>
                  <a:pt x="558" y="550"/>
                </a:lnTo>
                <a:lnTo>
                  <a:pt x="558" y="40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2" name="Freeform 180">
            <a:extLst>
              <a:ext uri="{FF2B5EF4-FFF2-40B4-BE49-F238E27FC236}">
                <a16:creationId xmlns:a16="http://schemas.microsoft.com/office/drawing/2014/main" id="{958B73DF-ECA4-4233-A239-EC9FA18B9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3096" y="5898767"/>
            <a:ext cx="885825" cy="365125"/>
          </a:xfrm>
          <a:custGeom>
            <a:avLst/>
            <a:gdLst>
              <a:gd name="T0" fmla="*/ 0 w 558"/>
              <a:gd name="T1" fmla="*/ 0 h 230"/>
              <a:gd name="T2" fmla="*/ 0 w 558"/>
              <a:gd name="T3" fmla="*/ 230 h 230"/>
              <a:gd name="T4" fmla="*/ 558 w 558"/>
              <a:gd name="T5" fmla="*/ 230 h 230"/>
              <a:gd name="T6" fmla="*/ 558 w 558"/>
              <a:gd name="T7" fmla="*/ 80 h 230"/>
              <a:gd name="T8" fmla="*/ 0 w 558"/>
              <a:gd name="T9" fmla="*/ 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230">
                <a:moveTo>
                  <a:pt x="0" y="0"/>
                </a:moveTo>
                <a:lnTo>
                  <a:pt x="0" y="230"/>
                </a:lnTo>
                <a:lnTo>
                  <a:pt x="558" y="230"/>
                </a:lnTo>
                <a:lnTo>
                  <a:pt x="558" y="8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3" name="Freeform 182">
            <a:extLst>
              <a:ext uri="{FF2B5EF4-FFF2-40B4-BE49-F238E27FC236}">
                <a16:creationId xmlns:a16="http://schemas.microsoft.com/office/drawing/2014/main" id="{22526157-3520-4D0E-A914-6AC150F1D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3096" y="5406642"/>
            <a:ext cx="885825" cy="619125"/>
          </a:xfrm>
          <a:custGeom>
            <a:avLst/>
            <a:gdLst>
              <a:gd name="T0" fmla="*/ 0 w 558"/>
              <a:gd name="T1" fmla="*/ 0 h 390"/>
              <a:gd name="T2" fmla="*/ 0 w 558"/>
              <a:gd name="T3" fmla="*/ 310 h 390"/>
              <a:gd name="T4" fmla="*/ 558 w 558"/>
              <a:gd name="T5" fmla="*/ 390 h 390"/>
              <a:gd name="T6" fmla="*/ 558 w 558"/>
              <a:gd name="T7" fmla="*/ 240 h 390"/>
              <a:gd name="T8" fmla="*/ 0 w 558"/>
              <a:gd name="T9" fmla="*/ 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390">
                <a:moveTo>
                  <a:pt x="0" y="0"/>
                </a:moveTo>
                <a:lnTo>
                  <a:pt x="0" y="310"/>
                </a:lnTo>
                <a:lnTo>
                  <a:pt x="558" y="390"/>
                </a:lnTo>
                <a:lnTo>
                  <a:pt x="558" y="24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4" name="Freeform 184">
            <a:extLst>
              <a:ext uri="{FF2B5EF4-FFF2-40B4-BE49-F238E27FC236}">
                <a16:creationId xmlns:a16="http://schemas.microsoft.com/office/drawing/2014/main" id="{F9FB608C-0C7B-4575-B1E3-490B27775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3096" y="4916898"/>
            <a:ext cx="885825" cy="873125"/>
          </a:xfrm>
          <a:custGeom>
            <a:avLst/>
            <a:gdLst>
              <a:gd name="T0" fmla="*/ 0 w 558"/>
              <a:gd name="T1" fmla="*/ 0 h 550"/>
              <a:gd name="T2" fmla="*/ 0 w 558"/>
              <a:gd name="T3" fmla="*/ 310 h 550"/>
              <a:gd name="T4" fmla="*/ 558 w 558"/>
              <a:gd name="T5" fmla="*/ 550 h 550"/>
              <a:gd name="T6" fmla="*/ 558 w 558"/>
              <a:gd name="T7" fmla="*/ 400 h 550"/>
              <a:gd name="T8" fmla="*/ 0 w 558"/>
              <a:gd name="T9" fmla="*/ 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550">
                <a:moveTo>
                  <a:pt x="0" y="0"/>
                </a:moveTo>
                <a:lnTo>
                  <a:pt x="0" y="310"/>
                </a:lnTo>
                <a:lnTo>
                  <a:pt x="558" y="550"/>
                </a:lnTo>
                <a:lnTo>
                  <a:pt x="558" y="4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5" name="Freeform 186">
            <a:extLst>
              <a:ext uri="{FF2B5EF4-FFF2-40B4-BE49-F238E27FC236}">
                <a16:creationId xmlns:a16="http://schemas.microsoft.com/office/drawing/2014/main" id="{039D5422-EDEB-4454-9A6B-82F87663E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3096" y="4427154"/>
            <a:ext cx="885825" cy="1127125"/>
          </a:xfrm>
          <a:custGeom>
            <a:avLst/>
            <a:gdLst>
              <a:gd name="T0" fmla="*/ 0 w 558"/>
              <a:gd name="T1" fmla="*/ 0 h 710"/>
              <a:gd name="T2" fmla="*/ 0 w 558"/>
              <a:gd name="T3" fmla="*/ 310 h 710"/>
              <a:gd name="T4" fmla="*/ 558 w 558"/>
              <a:gd name="T5" fmla="*/ 710 h 710"/>
              <a:gd name="T6" fmla="*/ 558 w 558"/>
              <a:gd name="T7" fmla="*/ 560 h 710"/>
              <a:gd name="T8" fmla="*/ 0 w 558"/>
              <a:gd name="T9" fmla="*/ 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710">
                <a:moveTo>
                  <a:pt x="0" y="0"/>
                </a:moveTo>
                <a:lnTo>
                  <a:pt x="0" y="310"/>
                </a:lnTo>
                <a:lnTo>
                  <a:pt x="558" y="710"/>
                </a:lnTo>
                <a:lnTo>
                  <a:pt x="558" y="56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6" name="Freeform 187">
            <a:extLst>
              <a:ext uri="{FF2B5EF4-FFF2-40B4-BE49-F238E27FC236}">
                <a16:creationId xmlns:a16="http://schemas.microsoft.com/office/drawing/2014/main" id="{66B39C37-40B6-4D58-BD65-14E66F057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3096" y="4422392"/>
            <a:ext cx="885825" cy="1127125"/>
          </a:xfrm>
          <a:custGeom>
            <a:avLst/>
            <a:gdLst>
              <a:gd name="T0" fmla="*/ 0 w 558"/>
              <a:gd name="T1" fmla="*/ 0 h 710"/>
              <a:gd name="T2" fmla="*/ 0 w 558"/>
              <a:gd name="T3" fmla="*/ 310 h 710"/>
              <a:gd name="T4" fmla="*/ 558 w 558"/>
              <a:gd name="T5" fmla="*/ 710 h 710"/>
              <a:gd name="T6" fmla="*/ 558 w 558"/>
              <a:gd name="T7" fmla="*/ 560 h 710"/>
              <a:gd name="T8" fmla="*/ 0 w 558"/>
              <a:gd name="T9" fmla="*/ 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710">
                <a:moveTo>
                  <a:pt x="0" y="0"/>
                </a:moveTo>
                <a:lnTo>
                  <a:pt x="0" y="310"/>
                </a:lnTo>
                <a:lnTo>
                  <a:pt x="558" y="710"/>
                </a:lnTo>
                <a:lnTo>
                  <a:pt x="558" y="56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FFABB4A-6CED-432D-B19D-F575BBB4E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4886325"/>
            <a:ext cx="1358900" cy="138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Oval 10">
            <a:extLst>
              <a:ext uri="{FF2B5EF4-FFF2-40B4-BE49-F238E27FC236}">
                <a16:creationId xmlns:a16="http://schemas.microsoft.com/office/drawing/2014/main" id="{375C9446-C031-4EC8-9248-4408FB266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4514850"/>
            <a:ext cx="1358900" cy="7429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Oval 52">
            <a:extLst>
              <a:ext uri="{FF2B5EF4-FFF2-40B4-BE49-F238E27FC236}">
                <a16:creationId xmlns:a16="http://schemas.microsoft.com/office/drawing/2014/main" id="{6C20F65B-F5D5-43EE-BD46-BE10B0B95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4962525"/>
            <a:ext cx="1358900" cy="571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63702-EDBB-46F9-805D-001B0D764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4886325"/>
            <a:ext cx="13589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36B9C3-5031-4E42-9746-4C337194D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257800"/>
            <a:ext cx="1358900" cy="1009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39D84-A188-4715-B3C8-0395A855E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257800"/>
            <a:ext cx="13589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809E0418-4647-4D62-8DDF-ACA6B035E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610225"/>
            <a:ext cx="1358900" cy="6572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6CD66578-4356-4ACA-9596-33568903A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610225"/>
            <a:ext cx="13589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CE3FD58D-768D-4EEE-BE2B-852BDF6AE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991225"/>
            <a:ext cx="1358900" cy="2762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3603338-192B-4F85-87D1-1BC43A2D2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991225"/>
            <a:ext cx="13589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2" name="Oval 53">
            <a:extLst>
              <a:ext uri="{FF2B5EF4-FFF2-40B4-BE49-F238E27FC236}">
                <a16:creationId xmlns:a16="http://schemas.microsoft.com/office/drawing/2014/main" id="{37C80C9E-7386-4C5B-9E15-5B32D6F4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410200"/>
            <a:ext cx="1358900" cy="4032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3" name="Oval 54">
            <a:extLst>
              <a:ext uri="{FF2B5EF4-FFF2-40B4-BE49-F238E27FC236}">
                <a16:creationId xmlns:a16="http://schemas.microsoft.com/office/drawing/2014/main" id="{B5BDB801-46FF-4AFD-BDFB-345AB28A2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921375"/>
            <a:ext cx="1358900" cy="13652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3" name="Freeform 202">
            <a:extLst>
              <a:ext uri="{FF2B5EF4-FFF2-40B4-BE49-F238E27FC236}">
                <a16:creationId xmlns:a16="http://schemas.microsoft.com/office/drawing/2014/main" id="{1420269C-1CBE-45D2-B2DA-51067CFB1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/>
        </p:nvSpPr>
        <p:spPr bwMode="auto">
          <a:xfrm>
            <a:off x="3703638" y="4559300"/>
            <a:ext cx="171450" cy="73025"/>
          </a:xfrm>
          <a:custGeom>
            <a:avLst/>
            <a:gdLst>
              <a:gd name="T0" fmla="*/ 1 w 54"/>
              <a:gd name="T1" fmla="*/ 1 h 23"/>
              <a:gd name="T2" fmla="*/ 54 w 54"/>
              <a:gd name="T3" fmla="*/ 23 h 23"/>
              <a:gd name="T4" fmla="*/ 54 w 54"/>
              <a:gd name="T5" fmla="*/ 23 h 23"/>
              <a:gd name="T6" fmla="*/ 1 w 54"/>
              <a:gd name="T7" fmla="*/ 1 h 23"/>
              <a:gd name="T8" fmla="*/ 1 w 54"/>
              <a:gd name="T9" fmla="*/ 1 h 23"/>
              <a:gd name="T10" fmla="*/ 1 w 54"/>
              <a:gd name="T11" fmla="*/ 1 h 23"/>
              <a:gd name="T12" fmla="*/ 1 w 54"/>
              <a:gd name="T13" fmla="*/ 1 h 23"/>
              <a:gd name="T14" fmla="*/ 1 w 54"/>
              <a:gd name="T15" fmla="*/ 1 h 23"/>
              <a:gd name="T16" fmla="*/ 1 w 54"/>
              <a:gd name="T17" fmla="*/ 1 h 23"/>
              <a:gd name="T18" fmla="*/ 1 w 54"/>
              <a:gd name="T19" fmla="*/ 1 h 23"/>
              <a:gd name="T20" fmla="*/ 0 w 54"/>
              <a:gd name="T21" fmla="*/ 1 h 23"/>
              <a:gd name="T22" fmla="*/ 0 w 54"/>
              <a:gd name="T23" fmla="*/ 1 h 23"/>
              <a:gd name="T24" fmla="*/ 0 w 54"/>
              <a:gd name="T25" fmla="*/ 1 h 23"/>
              <a:gd name="T26" fmla="*/ 0 w 54"/>
              <a:gd name="T27" fmla="*/ 0 h 23"/>
              <a:gd name="T28" fmla="*/ 0 w 54"/>
              <a:gd name="T29" fmla="*/ 0 h 23"/>
              <a:gd name="T30" fmla="*/ 0 w 54"/>
              <a:gd name="T31" fmla="*/ 0 h 23"/>
              <a:gd name="T32" fmla="*/ 0 w 54"/>
              <a:gd name="T33" fmla="*/ 0 h 23"/>
              <a:gd name="T34" fmla="*/ 0 w 54"/>
              <a:gd name="T35" fmla="*/ 0 h 23"/>
              <a:gd name="T36" fmla="*/ 0 w 54"/>
              <a:gd name="T37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4" h="23">
                <a:moveTo>
                  <a:pt x="1" y="1"/>
                </a:moveTo>
                <a:cubicBezTo>
                  <a:pt x="21" y="7"/>
                  <a:pt x="38" y="14"/>
                  <a:pt x="54" y="23"/>
                </a:cubicBezTo>
                <a:cubicBezTo>
                  <a:pt x="54" y="23"/>
                  <a:pt x="54" y="23"/>
                  <a:pt x="54" y="23"/>
                </a:cubicBezTo>
                <a:cubicBezTo>
                  <a:pt x="38" y="14"/>
                  <a:pt x="21" y="7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4" name="Freeform 203">
            <a:extLst>
              <a:ext uri="{FF2B5EF4-FFF2-40B4-BE49-F238E27FC236}">
                <a16:creationId xmlns:a16="http://schemas.microsoft.com/office/drawing/2014/main" id="{16E4CDCC-076F-42BA-8F82-2E45E98C7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30638" y="5441950"/>
            <a:ext cx="44450" cy="31750"/>
          </a:xfrm>
          <a:custGeom>
            <a:avLst/>
            <a:gdLst>
              <a:gd name="T0" fmla="*/ 14 w 14"/>
              <a:gd name="T1" fmla="*/ 0 h 10"/>
              <a:gd name="T2" fmla="*/ 0 w 14"/>
              <a:gd name="T3" fmla="*/ 6 h 10"/>
              <a:gd name="T4" fmla="*/ 14 w 14"/>
              <a:gd name="T5" fmla="*/ 10 h 10"/>
              <a:gd name="T6" fmla="*/ 14 w 14"/>
              <a:gd name="T7" fmla="*/ 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" h="10">
                <a:moveTo>
                  <a:pt x="14" y="0"/>
                </a:moveTo>
                <a:cubicBezTo>
                  <a:pt x="9" y="3"/>
                  <a:pt x="4" y="4"/>
                  <a:pt x="0" y="6"/>
                </a:cubicBezTo>
                <a:cubicBezTo>
                  <a:pt x="4" y="8"/>
                  <a:pt x="9" y="9"/>
                  <a:pt x="14" y="10"/>
                </a:cubicBezTo>
                <a:cubicBezTo>
                  <a:pt x="14" y="7"/>
                  <a:pt x="14" y="4"/>
                  <a:pt x="14" y="0"/>
                </a:cubicBezTo>
              </a:path>
            </a:pathLst>
          </a:custGeom>
          <a:solidFill>
            <a:srgbClr val="F2B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3" name="Freeform 281">
            <a:extLst>
              <a:ext uri="{FF2B5EF4-FFF2-40B4-BE49-F238E27FC236}">
                <a16:creationId xmlns:a16="http://schemas.microsoft.com/office/drawing/2014/main" id="{61118223-A877-4083-B149-90A2E6532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638550" y="4540250"/>
            <a:ext cx="204788" cy="1727200"/>
          </a:xfrm>
          <a:custGeom>
            <a:avLst/>
            <a:gdLst>
              <a:gd name="T0" fmla="*/ 0 w 64"/>
              <a:gd name="T1" fmla="*/ 0 h 540"/>
              <a:gd name="T2" fmla="*/ 0 w 64"/>
              <a:gd name="T3" fmla="*/ 540 h 540"/>
              <a:gd name="T4" fmla="*/ 64 w 64"/>
              <a:gd name="T5" fmla="*/ 540 h 540"/>
              <a:gd name="T6" fmla="*/ 64 w 64"/>
              <a:gd name="T7" fmla="*/ 25 h 540"/>
              <a:gd name="T8" fmla="*/ 0 w 64"/>
              <a:gd name="T9" fmla="*/ 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40">
                <a:moveTo>
                  <a:pt x="0" y="0"/>
                </a:moveTo>
                <a:cubicBezTo>
                  <a:pt x="0" y="540"/>
                  <a:pt x="0" y="540"/>
                  <a:pt x="0" y="540"/>
                </a:cubicBezTo>
                <a:cubicBezTo>
                  <a:pt x="64" y="540"/>
                  <a:pt x="64" y="540"/>
                  <a:pt x="64" y="540"/>
                </a:cubicBezTo>
                <a:cubicBezTo>
                  <a:pt x="64" y="540"/>
                  <a:pt x="64" y="390"/>
                  <a:pt x="64" y="25"/>
                </a:cubicBezTo>
                <a:cubicBezTo>
                  <a:pt x="46" y="15"/>
                  <a:pt x="24" y="6"/>
                  <a:pt x="0" y="0"/>
                </a:cubicBezTo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BB5E0D4A-02BB-4484-B257-3968193E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65688" y="4425950"/>
            <a:ext cx="517525" cy="942975"/>
          </a:xfrm>
          <a:custGeom>
            <a:avLst/>
            <a:gdLst>
              <a:gd name="T0" fmla="*/ 326 w 326"/>
              <a:gd name="T1" fmla="*/ 290 h 594"/>
              <a:gd name="T2" fmla="*/ 0 w 326"/>
              <a:gd name="T3" fmla="*/ 594 h 594"/>
              <a:gd name="T4" fmla="*/ 0 w 326"/>
              <a:gd name="T5" fmla="*/ 404 h 594"/>
              <a:gd name="T6" fmla="*/ 326 w 326"/>
              <a:gd name="T7" fmla="*/ 0 h 594"/>
              <a:gd name="T8" fmla="*/ 326 w 326"/>
              <a:gd name="T9" fmla="*/ 29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94">
                <a:moveTo>
                  <a:pt x="326" y="290"/>
                </a:moveTo>
                <a:lnTo>
                  <a:pt x="0" y="594"/>
                </a:lnTo>
                <a:lnTo>
                  <a:pt x="0" y="404"/>
                </a:lnTo>
                <a:lnTo>
                  <a:pt x="326" y="0"/>
                </a:lnTo>
                <a:lnTo>
                  <a:pt x="326" y="2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63582C63-3AA8-42C7-A1FC-1B79A091E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65688" y="4425950"/>
            <a:ext cx="517525" cy="942975"/>
          </a:xfrm>
          <a:custGeom>
            <a:avLst/>
            <a:gdLst>
              <a:gd name="T0" fmla="*/ 326 w 326"/>
              <a:gd name="T1" fmla="*/ 290 h 594"/>
              <a:gd name="T2" fmla="*/ 0 w 326"/>
              <a:gd name="T3" fmla="*/ 594 h 594"/>
              <a:gd name="T4" fmla="*/ 0 w 326"/>
              <a:gd name="T5" fmla="*/ 404 h 594"/>
              <a:gd name="T6" fmla="*/ 326 w 326"/>
              <a:gd name="T7" fmla="*/ 0 h 594"/>
              <a:gd name="T8" fmla="*/ 326 w 326"/>
              <a:gd name="T9" fmla="*/ 29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94">
                <a:moveTo>
                  <a:pt x="326" y="290"/>
                </a:moveTo>
                <a:lnTo>
                  <a:pt x="0" y="594"/>
                </a:lnTo>
                <a:lnTo>
                  <a:pt x="0" y="404"/>
                </a:lnTo>
                <a:lnTo>
                  <a:pt x="326" y="0"/>
                </a:lnTo>
                <a:lnTo>
                  <a:pt x="326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984C4160-37AD-4DAD-AD85-F32841495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425950"/>
            <a:ext cx="517525" cy="942975"/>
          </a:xfrm>
          <a:custGeom>
            <a:avLst/>
            <a:gdLst>
              <a:gd name="T0" fmla="*/ 0 w 326"/>
              <a:gd name="T1" fmla="*/ 290 h 594"/>
              <a:gd name="T2" fmla="*/ 326 w 326"/>
              <a:gd name="T3" fmla="*/ 594 h 594"/>
              <a:gd name="T4" fmla="*/ 326 w 326"/>
              <a:gd name="T5" fmla="*/ 404 h 594"/>
              <a:gd name="T6" fmla="*/ 0 w 326"/>
              <a:gd name="T7" fmla="*/ 0 h 594"/>
              <a:gd name="T8" fmla="*/ 0 w 326"/>
              <a:gd name="T9" fmla="*/ 29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94">
                <a:moveTo>
                  <a:pt x="0" y="290"/>
                </a:moveTo>
                <a:lnTo>
                  <a:pt x="326" y="594"/>
                </a:lnTo>
                <a:lnTo>
                  <a:pt x="326" y="404"/>
                </a:lnTo>
                <a:lnTo>
                  <a:pt x="0" y="0"/>
                </a:lnTo>
                <a:lnTo>
                  <a:pt x="0" y="2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9744DBEC-2ECD-4815-B6D6-C1CF940F3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425950"/>
            <a:ext cx="517525" cy="942975"/>
          </a:xfrm>
          <a:custGeom>
            <a:avLst/>
            <a:gdLst>
              <a:gd name="T0" fmla="*/ 0 w 326"/>
              <a:gd name="T1" fmla="*/ 290 h 594"/>
              <a:gd name="T2" fmla="*/ 326 w 326"/>
              <a:gd name="T3" fmla="*/ 594 h 594"/>
              <a:gd name="T4" fmla="*/ 326 w 326"/>
              <a:gd name="T5" fmla="*/ 404 h 594"/>
              <a:gd name="T6" fmla="*/ 0 w 326"/>
              <a:gd name="T7" fmla="*/ 0 h 594"/>
              <a:gd name="T8" fmla="*/ 0 w 326"/>
              <a:gd name="T9" fmla="*/ 29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94">
                <a:moveTo>
                  <a:pt x="0" y="290"/>
                </a:moveTo>
                <a:lnTo>
                  <a:pt x="326" y="594"/>
                </a:lnTo>
                <a:lnTo>
                  <a:pt x="326" y="404"/>
                </a:lnTo>
                <a:lnTo>
                  <a:pt x="0" y="0"/>
                </a:lnTo>
                <a:lnTo>
                  <a:pt x="0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7" name="Freeform 192">
            <a:extLst>
              <a:ext uri="{FF2B5EF4-FFF2-40B4-BE49-F238E27FC236}">
                <a16:creationId xmlns:a16="http://schemas.microsoft.com/office/drawing/2014/main" id="{3D1D127C-1E16-453D-A80A-DCE99B406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425950"/>
            <a:ext cx="781050" cy="1517650"/>
          </a:xfrm>
          <a:custGeom>
            <a:avLst/>
            <a:gdLst>
              <a:gd name="T0" fmla="*/ 0 w 492"/>
              <a:gd name="T1" fmla="*/ 0 h 956"/>
              <a:gd name="T2" fmla="*/ 0 w 492"/>
              <a:gd name="T3" fmla="*/ 0 h 956"/>
              <a:gd name="T4" fmla="*/ 326 w 492"/>
              <a:gd name="T5" fmla="*/ 404 h 956"/>
              <a:gd name="T6" fmla="*/ 326 w 492"/>
              <a:gd name="T7" fmla="*/ 532 h 956"/>
              <a:gd name="T8" fmla="*/ 408 w 492"/>
              <a:gd name="T9" fmla="*/ 594 h 956"/>
              <a:gd name="T10" fmla="*/ 408 w 492"/>
              <a:gd name="T11" fmla="*/ 748 h 956"/>
              <a:gd name="T12" fmla="*/ 492 w 492"/>
              <a:gd name="T13" fmla="*/ 782 h 956"/>
              <a:gd name="T14" fmla="*/ 492 w 492"/>
              <a:gd name="T15" fmla="*/ 956 h 956"/>
              <a:gd name="T16" fmla="*/ 492 w 492"/>
              <a:gd name="T17" fmla="*/ 782 h 956"/>
              <a:gd name="T18" fmla="*/ 408 w 492"/>
              <a:gd name="T19" fmla="*/ 748 h 956"/>
              <a:gd name="T20" fmla="*/ 408 w 492"/>
              <a:gd name="T21" fmla="*/ 594 h 956"/>
              <a:gd name="T22" fmla="*/ 326 w 492"/>
              <a:gd name="T23" fmla="*/ 532 h 956"/>
              <a:gd name="T24" fmla="*/ 326 w 492"/>
              <a:gd name="T25" fmla="*/ 404 h 956"/>
              <a:gd name="T26" fmla="*/ 0 w 492"/>
              <a:gd name="T27" fmla="*/ 0 h 9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92" h="956">
                <a:moveTo>
                  <a:pt x="0" y="0"/>
                </a:moveTo>
                <a:lnTo>
                  <a:pt x="0" y="0"/>
                </a:lnTo>
                <a:lnTo>
                  <a:pt x="326" y="404"/>
                </a:lnTo>
                <a:lnTo>
                  <a:pt x="326" y="532"/>
                </a:lnTo>
                <a:lnTo>
                  <a:pt x="408" y="594"/>
                </a:lnTo>
                <a:lnTo>
                  <a:pt x="408" y="748"/>
                </a:lnTo>
                <a:lnTo>
                  <a:pt x="492" y="782"/>
                </a:lnTo>
                <a:lnTo>
                  <a:pt x="492" y="956"/>
                </a:lnTo>
                <a:lnTo>
                  <a:pt x="492" y="782"/>
                </a:lnTo>
                <a:lnTo>
                  <a:pt x="408" y="748"/>
                </a:lnTo>
                <a:lnTo>
                  <a:pt x="408" y="594"/>
                </a:lnTo>
                <a:lnTo>
                  <a:pt x="326" y="532"/>
                </a:lnTo>
                <a:lnTo>
                  <a:pt x="326" y="404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8" name="Freeform 193">
            <a:extLst>
              <a:ext uri="{FF2B5EF4-FFF2-40B4-BE49-F238E27FC236}">
                <a16:creationId xmlns:a16="http://schemas.microsoft.com/office/drawing/2014/main" id="{054AE4AF-139F-4337-8F0B-2550E3860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425950"/>
            <a:ext cx="781050" cy="1517650"/>
          </a:xfrm>
          <a:custGeom>
            <a:avLst/>
            <a:gdLst>
              <a:gd name="T0" fmla="*/ 0 w 492"/>
              <a:gd name="T1" fmla="*/ 0 h 956"/>
              <a:gd name="T2" fmla="*/ 0 w 492"/>
              <a:gd name="T3" fmla="*/ 0 h 956"/>
              <a:gd name="T4" fmla="*/ 326 w 492"/>
              <a:gd name="T5" fmla="*/ 404 h 956"/>
              <a:gd name="T6" fmla="*/ 326 w 492"/>
              <a:gd name="T7" fmla="*/ 532 h 956"/>
              <a:gd name="T8" fmla="*/ 408 w 492"/>
              <a:gd name="T9" fmla="*/ 594 h 956"/>
              <a:gd name="T10" fmla="*/ 408 w 492"/>
              <a:gd name="T11" fmla="*/ 748 h 956"/>
              <a:gd name="T12" fmla="*/ 492 w 492"/>
              <a:gd name="T13" fmla="*/ 782 h 956"/>
              <a:gd name="T14" fmla="*/ 492 w 492"/>
              <a:gd name="T15" fmla="*/ 956 h 956"/>
              <a:gd name="T16" fmla="*/ 492 w 492"/>
              <a:gd name="T17" fmla="*/ 782 h 956"/>
              <a:gd name="T18" fmla="*/ 408 w 492"/>
              <a:gd name="T19" fmla="*/ 748 h 956"/>
              <a:gd name="T20" fmla="*/ 408 w 492"/>
              <a:gd name="T21" fmla="*/ 594 h 956"/>
              <a:gd name="T22" fmla="*/ 326 w 492"/>
              <a:gd name="T23" fmla="*/ 532 h 956"/>
              <a:gd name="T24" fmla="*/ 326 w 492"/>
              <a:gd name="T25" fmla="*/ 404 h 956"/>
              <a:gd name="T26" fmla="*/ 0 w 492"/>
              <a:gd name="T27" fmla="*/ 0 h 9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92" h="956">
                <a:moveTo>
                  <a:pt x="0" y="0"/>
                </a:moveTo>
                <a:lnTo>
                  <a:pt x="0" y="0"/>
                </a:lnTo>
                <a:lnTo>
                  <a:pt x="326" y="404"/>
                </a:lnTo>
                <a:lnTo>
                  <a:pt x="326" y="532"/>
                </a:lnTo>
                <a:lnTo>
                  <a:pt x="408" y="594"/>
                </a:lnTo>
                <a:lnTo>
                  <a:pt x="408" y="748"/>
                </a:lnTo>
                <a:lnTo>
                  <a:pt x="492" y="782"/>
                </a:lnTo>
                <a:lnTo>
                  <a:pt x="492" y="956"/>
                </a:lnTo>
                <a:lnTo>
                  <a:pt x="492" y="782"/>
                </a:lnTo>
                <a:lnTo>
                  <a:pt x="408" y="748"/>
                </a:lnTo>
                <a:lnTo>
                  <a:pt x="408" y="594"/>
                </a:lnTo>
                <a:lnTo>
                  <a:pt x="326" y="532"/>
                </a:lnTo>
                <a:lnTo>
                  <a:pt x="326" y="40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9" name="Freeform 195">
            <a:extLst>
              <a:ext uri="{FF2B5EF4-FFF2-40B4-BE49-F238E27FC236}">
                <a16:creationId xmlns:a16="http://schemas.microsoft.com/office/drawing/2014/main" id="{B789DA2D-BC46-422D-BA89-24D75C878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425950"/>
            <a:ext cx="517525" cy="844550"/>
          </a:xfrm>
          <a:custGeom>
            <a:avLst/>
            <a:gdLst>
              <a:gd name="T0" fmla="*/ 0 w 326"/>
              <a:gd name="T1" fmla="*/ 0 h 532"/>
              <a:gd name="T2" fmla="*/ 0 w 326"/>
              <a:gd name="T3" fmla="*/ 290 h 532"/>
              <a:gd name="T4" fmla="*/ 326 w 326"/>
              <a:gd name="T5" fmla="*/ 532 h 532"/>
              <a:gd name="T6" fmla="*/ 326 w 326"/>
              <a:gd name="T7" fmla="*/ 404 h 532"/>
              <a:gd name="T8" fmla="*/ 0 w 326"/>
              <a:gd name="T9" fmla="*/ 0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32">
                <a:moveTo>
                  <a:pt x="0" y="0"/>
                </a:moveTo>
                <a:lnTo>
                  <a:pt x="0" y="290"/>
                </a:lnTo>
                <a:lnTo>
                  <a:pt x="326" y="532"/>
                </a:lnTo>
                <a:lnTo>
                  <a:pt x="326" y="40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3" name="Freeform 194">
            <a:extLst>
              <a:ext uri="{FF2B5EF4-FFF2-40B4-BE49-F238E27FC236}">
                <a16:creationId xmlns:a16="http://schemas.microsoft.com/office/drawing/2014/main" id="{20542E46-BBC1-4CE3-A9E3-C5C5595B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0552" y="4426109"/>
            <a:ext cx="517525" cy="844550"/>
          </a:xfrm>
          <a:custGeom>
            <a:avLst/>
            <a:gdLst>
              <a:gd name="T0" fmla="*/ 0 w 326"/>
              <a:gd name="T1" fmla="*/ 0 h 532"/>
              <a:gd name="T2" fmla="*/ 0 w 326"/>
              <a:gd name="T3" fmla="*/ 290 h 532"/>
              <a:gd name="T4" fmla="*/ 326 w 326"/>
              <a:gd name="T5" fmla="*/ 532 h 532"/>
              <a:gd name="T6" fmla="*/ 326 w 326"/>
              <a:gd name="T7" fmla="*/ 404 h 532"/>
              <a:gd name="T8" fmla="*/ 0 w 326"/>
              <a:gd name="T9" fmla="*/ 0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32">
                <a:moveTo>
                  <a:pt x="0" y="0"/>
                </a:moveTo>
                <a:lnTo>
                  <a:pt x="0" y="290"/>
                </a:lnTo>
                <a:lnTo>
                  <a:pt x="326" y="532"/>
                </a:lnTo>
                <a:lnTo>
                  <a:pt x="326" y="40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C05A52F1-72F2-4E39-8C60-AEB5281A9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35513" y="4886325"/>
            <a:ext cx="647700" cy="781050"/>
          </a:xfrm>
          <a:custGeom>
            <a:avLst/>
            <a:gdLst>
              <a:gd name="T0" fmla="*/ 408 w 408"/>
              <a:gd name="T1" fmla="*/ 290 h 492"/>
              <a:gd name="T2" fmla="*/ 0 w 408"/>
              <a:gd name="T3" fmla="*/ 492 h 492"/>
              <a:gd name="T4" fmla="*/ 0 w 408"/>
              <a:gd name="T5" fmla="*/ 304 h 492"/>
              <a:gd name="T6" fmla="*/ 408 w 408"/>
              <a:gd name="T7" fmla="*/ 0 h 492"/>
              <a:gd name="T8" fmla="*/ 408 w 408"/>
              <a:gd name="T9" fmla="*/ 290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8" h="492">
                <a:moveTo>
                  <a:pt x="408" y="290"/>
                </a:moveTo>
                <a:lnTo>
                  <a:pt x="0" y="492"/>
                </a:lnTo>
                <a:lnTo>
                  <a:pt x="0" y="304"/>
                </a:lnTo>
                <a:lnTo>
                  <a:pt x="408" y="0"/>
                </a:lnTo>
                <a:lnTo>
                  <a:pt x="408" y="2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A9AB7C79-4A0D-49E2-94EE-A4041C08C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35513" y="4886325"/>
            <a:ext cx="647700" cy="781050"/>
          </a:xfrm>
          <a:custGeom>
            <a:avLst/>
            <a:gdLst>
              <a:gd name="T0" fmla="*/ 408 w 408"/>
              <a:gd name="T1" fmla="*/ 290 h 492"/>
              <a:gd name="T2" fmla="*/ 0 w 408"/>
              <a:gd name="T3" fmla="*/ 492 h 492"/>
              <a:gd name="T4" fmla="*/ 0 w 408"/>
              <a:gd name="T5" fmla="*/ 304 h 492"/>
              <a:gd name="T6" fmla="*/ 408 w 408"/>
              <a:gd name="T7" fmla="*/ 0 h 492"/>
              <a:gd name="T8" fmla="*/ 408 w 408"/>
              <a:gd name="T9" fmla="*/ 290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8" h="492">
                <a:moveTo>
                  <a:pt x="408" y="290"/>
                </a:moveTo>
                <a:lnTo>
                  <a:pt x="0" y="492"/>
                </a:lnTo>
                <a:lnTo>
                  <a:pt x="0" y="304"/>
                </a:lnTo>
                <a:lnTo>
                  <a:pt x="408" y="0"/>
                </a:lnTo>
                <a:lnTo>
                  <a:pt x="408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D7A13E87-A748-43FB-8EAE-626AFAD62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886325"/>
            <a:ext cx="647700" cy="781050"/>
          </a:xfrm>
          <a:custGeom>
            <a:avLst/>
            <a:gdLst>
              <a:gd name="T0" fmla="*/ 0 w 408"/>
              <a:gd name="T1" fmla="*/ 290 h 492"/>
              <a:gd name="T2" fmla="*/ 408 w 408"/>
              <a:gd name="T3" fmla="*/ 492 h 492"/>
              <a:gd name="T4" fmla="*/ 408 w 408"/>
              <a:gd name="T5" fmla="*/ 304 h 492"/>
              <a:gd name="T6" fmla="*/ 0 w 408"/>
              <a:gd name="T7" fmla="*/ 0 h 492"/>
              <a:gd name="T8" fmla="*/ 0 w 408"/>
              <a:gd name="T9" fmla="*/ 290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8" h="492">
                <a:moveTo>
                  <a:pt x="0" y="290"/>
                </a:moveTo>
                <a:lnTo>
                  <a:pt x="408" y="492"/>
                </a:lnTo>
                <a:lnTo>
                  <a:pt x="408" y="304"/>
                </a:lnTo>
                <a:lnTo>
                  <a:pt x="0" y="0"/>
                </a:lnTo>
                <a:lnTo>
                  <a:pt x="0" y="2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21C2E03C-9D86-4233-8648-EA71D371F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886325"/>
            <a:ext cx="647700" cy="781050"/>
          </a:xfrm>
          <a:custGeom>
            <a:avLst/>
            <a:gdLst>
              <a:gd name="T0" fmla="*/ 0 w 408"/>
              <a:gd name="T1" fmla="*/ 290 h 492"/>
              <a:gd name="T2" fmla="*/ 408 w 408"/>
              <a:gd name="T3" fmla="*/ 492 h 492"/>
              <a:gd name="T4" fmla="*/ 408 w 408"/>
              <a:gd name="T5" fmla="*/ 304 h 492"/>
              <a:gd name="T6" fmla="*/ 0 w 408"/>
              <a:gd name="T7" fmla="*/ 0 h 492"/>
              <a:gd name="T8" fmla="*/ 0 w 408"/>
              <a:gd name="T9" fmla="*/ 290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8" h="492">
                <a:moveTo>
                  <a:pt x="0" y="290"/>
                </a:moveTo>
                <a:lnTo>
                  <a:pt x="408" y="492"/>
                </a:lnTo>
                <a:lnTo>
                  <a:pt x="408" y="304"/>
                </a:lnTo>
                <a:lnTo>
                  <a:pt x="0" y="0"/>
                </a:lnTo>
                <a:lnTo>
                  <a:pt x="0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224588A2-69FB-4C5B-A14A-3D7CD87A4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05338" y="5346700"/>
            <a:ext cx="777875" cy="622300"/>
          </a:xfrm>
          <a:custGeom>
            <a:avLst/>
            <a:gdLst>
              <a:gd name="T0" fmla="*/ 490 w 490"/>
              <a:gd name="T1" fmla="*/ 290 h 392"/>
              <a:gd name="T2" fmla="*/ 0 w 490"/>
              <a:gd name="T3" fmla="*/ 392 h 392"/>
              <a:gd name="T4" fmla="*/ 0 w 490"/>
              <a:gd name="T5" fmla="*/ 202 h 392"/>
              <a:gd name="T6" fmla="*/ 490 w 490"/>
              <a:gd name="T7" fmla="*/ 0 h 392"/>
              <a:gd name="T8" fmla="*/ 490 w 490"/>
              <a:gd name="T9" fmla="*/ 29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0" h="392">
                <a:moveTo>
                  <a:pt x="490" y="290"/>
                </a:moveTo>
                <a:lnTo>
                  <a:pt x="0" y="392"/>
                </a:lnTo>
                <a:lnTo>
                  <a:pt x="0" y="202"/>
                </a:lnTo>
                <a:lnTo>
                  <a:pt x="490" y="0"/>
                </a:lnTo>
                <a:lnTo>
                  <a:pt x="490" y="29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7542770B-4425-4909-A530-E8CACB93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05338" y="5346700"/>
            <a:ext cx="777875" cy="622300"/>
          </a:xfrm>
          <a:custGeom>
            <a:avLst/>
            <a:gdLst>
              <a:gd name="T0" fmla="*/ 490 w 490"/>
              <a:gd name="T1" fmla="*/ 290 h 392"/>
              <a:gd name="T2" fmla="*/ 0 w 490"/>
              <a:gd name="T3" fmla="*/ 392 h 392"/>
              <a:gd name="T4" fmla="*/ 0 w 490"/>
              <a:gd name="T5" fmla="*/ 202 h 392"/>
              <a:gd name="T6" fmla="*/ 490 w 490"/>
              <a:gd name="T7" fmla="*/ 0 h 392"/>
              <a:gd name="T8" fmla="*/ 490 w 490"/>
              <a:gd name="T9" fmla="*/ 29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0" h="392">
                <a:moveTo>
                  <a:pt x="490" y="290"/>
                </a:moveTo>
                <a:lnTo>
                  <a:pt x="0" y="392"/>
                </a:lnTo>
                <a:lnTo>
                  <a:pt x="0" y="202"/>
                </a:lnTo>
                <a:lnTo>
                  <a:pt x="490" y="0"/>
                </a:lnTo>
                <a:lnTo>
                  <a:pt x="490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193275A1-4449-4B7E-8EEC-9E10C3AA3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346700"/>
            <a:ext cx="781050" cy="622300"/>
          </a:xfrm>
          <a:custGeom>
            <a:avLst/>
            <a:gdLst>
              <a:gd name="T0" fmla="*/ 0 w 492"/>
              <a:gd name="T1" fmla="*/ 290 h 392"/>
              <a:gd name="T2" fmla="*/ 492 w 492"/>
              <a:gd name="T3" fmla="*/ 392 h 392"/>
              <a:gd name="T4" fmla="*/ 492 w 492"/>
              <a:gd name="T5" fmla="*/ 202 h 392"/>
              <a:gd name="T6" fmla="*/ 0 w 492"/>
              <a:gd name="T7" fmla="*/ 0 h 392"/>
              <a:gd name="T8" fmla="*/ 0 w 492"/>
              <a:gd name="T9" fmla="*/ 29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2" h="392">
                <a:moveTo>
                  <a:pt x="0" y="290"/>
                </a:moveTo>
                <a:lnTo>
                  <a:pt x="492" y="392"/>
                </a:lnTo>
                <a:lnTo>
                  <a:pt x="492" y="202"/>
                </a:lnTo>
                <a:lnTo>
                  <a:pt x="0" y="0"/>
                </a:lnTo>
                <a:lnTo>
                  <a:pt x="0" y="29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9B611D1E-03F7-44F8-9CE4-63F61F74E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346700"/>
            <a:ext cx="781050" cy="622300"/>
          </a:xfrm>
          <a:custGeom>
            <a:avLst/>
            <a:gdLst>
              <a:gd name="T0" fmla="*/ 0 w 492"/>
              <a:gd name="T1" fmla="*/ 290 h 392"/>
              <a:gd name="T2" fmla="*/ 492 w 492"/>
              <a:gd name="T3" fmla="*/ 392 h 392"/>
              <a:gd name="T4" fmla="*/ 492 w 492"/>
              <a:gd name="T5" fmla="*/ 202 h 392"/>
              <a:gd name="T6" fmla="*/ 0 w 492"/>
              <a:gd name="T7" fmla="*/ 0 h 392"/>
              <a:gd name="T8" fmla="*/ 0 w 492"/>
              <a:gd name="T9" fmla="*/ 29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2" h="392">
                <a:moveTo>
                  <a:pt x="0" y="290"/>
                </a:moveTo>
                <a:lnTo>
                  <a:pt x="492" y="392"/>
                </a:lnTo>
                <a:lnTo>
                  <a:pt x="492" y="202"/>
                </a:lnTo>
                <a:lnTo>
                  <a:pt x="0" y="0"/>
                </a:lnTo>
                <a:lnTo>
                  <a:pt x="0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3" name="Freeform 188">
            <a:extLst>
              <a:ext uri="{FF2B5EF4-FFF2-40B4-BE49-F238E27FC236}">
                <a16:creationId xmlns:a16="http://schemas.microsoft.com/office/drawing/2014/main" id="{7D7666F4-97E4-4627-B7EB-E8A34F5A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475163" y="5807075"/>
            <a:ext cx="908050" cy="460375"/>
          </a:xfrm>
          <a:custGeom>
            <a:avLst/>
            <a:gdLst>
              <a:gd name="T0" fmla="*/ 572 w 572"/>
              <a:gd name="T1" fmla="*/ 290 h 290"/>
              <a:gd name="T2" fmla="*/ 0 w 572"/>
              <a:gd name="T3" fmla="*/ 290 h 290"/>
              <a:gd name="T4" fmla="*/ 0 w 572"/>
              <a:gd name="T5" fmla="*/ 102 h 290"/>
              <a:gd name="T6" fmla="*/ 572 w 572"/>
              <a:gd name="T7" fmla="*/ 0 h 290"/>
              <a:gd name="T8" fmla="*/ 572 w 572"/>
              <a:gd name="T9" fmla="*/ 29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2" h="290">
                <a:moveTo>
                  <a:pt x="572" y="290"/>
                </a:moveTo>
                <a:lnTo>
                  <a:pt x="0" y="290"/>
                </a:lnTo>
                <a:lnTo>
                  <a:pt x="0" y="102"/>
                </a:lnTo>
                <a:lnTo>
                  <a:pt x="572" y="0"/>
                </a:lnTo>
                <a:lnTo>
                  <a:pt x="572" y="29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4" name="Freeform 189">
            <a:extLst>
              <a:ext uri="{FF2B5EF4-FFF2-40B4-BE49-F238E27FC236}">
                <a16:creationId xmlns:a16="http://schemas.microsoft.com/office/drawing/2014/main" id="{CAD71C15-2144-46CC-AA26-342DA7CE4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475163" y="5807075"/>
            <a:ext cx="908050" cy="460375"/>
          </a:xfrm>
          <a:custGeom>
            <a:avLst/>
            <a:gdLst>
              <a:gd name="T0" fmla="*/ 572 w 572"/>
              <a:gd name="T1" fmla="*/ 290 h 290"/>
              <a:gd name="T2" fmla="*/ 0 w 572"/>
              <a:gd name="T3" fmla="*/ 290 h 290"/>
              <a:gd name="T4" fmla="*/ 0 w 572"/>
              <a:gd name="T5" fmla="*/ 102 h 290"/>
              <a:gd name="T6" fmla="*/ 572 w 572"/>
              <a:gd name="T7" fmla="*/ 0 h 290"/>
              <a:gd name="T8" fmla="*/ 572 w 572"/>
              <a:gd name="T9" fmla="*/ 29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2" h="290">
                <a:moveTo>
                  <a:pt x="572" y="290"/>
                </a:moveTo>
                <a:lnTo>
                  <a:pt x="0" y="290"/>
                </a:lnTo>
                <a:lnTo>
                  <a:pt x="0" y="102"/>
                </a:lnTo>
                <a:lnTo>
                  <a:pt x="572" y="0"/>
                </a:lnTo>
                <a:lnTo>
                  <a:pt x="572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5" name="Freeform 190">
            <a:extLst>
              <a:ext uri="{FF2B5EF4-FFF2-40B4-BE49-F238E27FC236}">
                <a16:creationId xmlns:a16="http://schemas.microsoft.com/office/drawing/2014/main" id="{3AAA286B-8982-458C-ABCD-3E023FBB3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807075"/>
            <a:ext cx="911225" cy="460375"/>
          </a:xfrm>
          <a:custGeom>
            <a:avLst/>
            <a:gdLst>
              <a:gd name="T0" fmla="*/ 0 w 574"/>
              <a:gd name="T1" fmla="*/ 290 h 290"/>
              <a:gd name="T2" fmla="*/ 574 w 574"/>
              <a:gd name="T3" fmla="*/ 290 h 290"/>
              <a:gd name="T4" fmla="*/ 574 w 574"/>
              <a:gd name="T5" fmla="*/ 102 h 290"/>
              <a:gd name="T6" fmla="*/ 0 w 574"/>
              <a:gd name="T7" fmla="*/ 0 h 290"/>
              <a:gd name="T8" fmla="*/ 0 w 574"/>
              <a:gd name="T9" fmla="*/ 29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290">
                <a:moveTo>
                  <a:pt x="0" y="290"/>
                </a:moveTo>
                <a:lnTo>
                  <a:pt x="574" y="290"/>
                </a:lnTo>
                <a:lnTo>
                  <a:pt x="574" y="102"/>
                </a:lnTo>
                <a:lnTo>
                  <a:pt x="0" y="0"/>
                </a:lnTo>
                <a:lnTo>
                  <a:pt x="0" y="29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6" name="Freeform 191">
            <a:extLst>
              <a:ext uri="{FF2B5EF4-FFF2-40B4-BE49-F238E27FC236}">
                <a16:creationId xmlns:a16="http://schemas.microsoft.com/office/drawing/2014/main" id="{6C7CA8C6-316A-4AA8-94D9-49E55D3C3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807075"/>
            <a:ext cx="911225" cy="460375"/>
          </a:xfrm>
          <a:custGeom>
            <a:avLst/>
            <a:gdLst>
              <a:gd name="T0" fmla="*/ 0 w 574"/>
              <a:gd name="T1" fmla="*/ 290 h 290"/>
              <a:gd name="T2" fmla="*/ 574 w 574"/>
              <a:gd name="T3" fmla="*/ 290 h 290"/>
              <a:gd name="T4" fmla="*/ 574 w 574"/>
              <a:gd name="T5" fmla="*/ 102 h 290"/>
              <a:gd name="T6" fmla="*/ 0 w 574"/>
              <a:gd name="T7" fmla="*/ 0 h 290"/>
              <a:gd name="T8" fmla="*/ 0 w 574"/>
              <a:gd name="T9" fmla="*/ 29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290">
                <a:moveTo>
                  <a:pt x="0" y="290"/>
                </a:moveTo>
                <a:lnTo>
                  <a:pt x="574" y="290"/>
                </a:lnTo>
                <a:lnTo>
                  <a:pt x="574" y="102"/>
                </a:lnTo>
                <a:lnTo>
                  <a:pt x="0" y="0"/>
                </a:lnTo>
                <a:lnTo>
                  <a:pt x="0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0" name="Freeform 197">
            <a:extLst>
              <a:ext uri="{FF2B5EF4-FFF2-40B4-BE49-F238E27FC236}">
                <a16:creationId xmlns:a16="http://schemas.microsoft.com/office/drawing/2014/main" id="{55ED808F-81C9-44A1-9B84-5128D5509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886325"/>
            <a:ext cx="647700" cy="727075"/>
          </a:xfrm>
          <a:custGeom>
            <a:avLst/>
            <a:gdLst>
              <a:gd name="T0" fmla="*/ 0 w 408"/>
              <a:gd name="T1" fmla="*/ 0 h 458"/>
              <a:gd name="T2" fmla="*/ 0 w 408"/>
              <a:gd name="T3" fmla="*/ 290 h 458"/>
              <a:gd name="T4" fmla="*/ 408 w 408"/>
              <a:gd name="T5" fmla="*/ 458 h 458"/>
              <a:gd name="T6" fmla="*/ 408 w 408"/>
              <a:gd name="T7" fmla="*/ 304 h 458"/>
              <a:gd name="T8" fmla="*/ 326 w 408"/>
              <a:gd name="T9" fmla="*/ 242 h 458"/>
              <a:gd name="T10" fmla="*/ 0 w 408"/>
              <a:gd name="T11" fmla="*/ 0 h 4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8" h="458">
                <a:moveTo>
                  <a:pt x="0" y="0"/>
                </a:moveTo>
                <a:lnTo>
                  <a:pt x="0" y="290"/>
                </a:lnTo>
                <a:lnTo>
                  <a:pt x="408" y="458"/>
                </a:lnTo>
                <a:lnTo>
                  <a:pt x="408" y="304"/>
                </a:lnTo>
                <a:lnTo>
                  <a:pt x="326" y="24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1" name="Freeform 199">
            <a:extLst>
              <a:ext uri="{FF2B5EF4-FFF2-40B4-BE49-F238E27FC236}">
                <a16:creationId xmlns:a16="http://schemas.microsoft.com/office/drawing/2014/main" id="{8EF740B6-FE04-4264-860F-764038628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346700"/>
            <a:ext cx="781050" cy="596900"/>
          </a:xfrm>
          <a:custGeom>
            <a:avLst/>
            <a:gdLst>
              <a:gd name="T0" fmla="*/ 0 w 492"/>
              <a:gd name="T1" fmla="*/ 0 h 376"/>
              <a:gd name="T2" fmla="*/ 0 w 492"/>
              <a:gd name="T3" fmla="*/ 290 h 376"/>
              <a:gd name="T4" fmla="*/ 492 w 492"/>
              <a:gd name="T5" fmla="*/ 376 h 376"/>
              <a:gd name="T6" fmla="*/ 492 w 492"/>
              <a:gd name="T7" fmla="*/ 202 h 376"/>
              <a:gd name="T8" fmla="*/ 408 w 492"/>
              <a:gd name="T9" fmla="*/ 168 h 376"/>
              <a:gd name="T10" fmla="*/ 0 w 492"/>
              <a:gd name="T11" fmla="*/ 0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2" h="376">
                <a:moveTo>
                  <a:pt x="0" y="0"/>
                </a:moveTo>
                <a:lnTo>
                  <a:pt x="0" y="290"/>
                </a:lnTo>
                <a:lnTo>
                  <a:pt x="492" y="376"/>
                </a:lnTo>
                <a:lnTo>
                  <a:pt x="492" y="202"/>
                </a:lnTo>
                <a:lnTo>
                  <a:pt x="408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2" name="Freeform 201">
            <a:extLst>
              <a:ext uri="{FF2B5EF4-FFF2-40B4-BE49-F238E27FC236}">
                <a16:creationId xmlns:a16="http://schemas.microsoft.com/office/drawing/2014/main" id="{59F7BFB1-BAB9-4069-BAC9-09B0C98FA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807075"/>
            <a:ext cx="911225" cy="460375"/>
          </a:xfrm>
          <a:custGeom>
            <a:avLst/>
            <a:gdLst>
              <a:gd name="T0" fmla="*/ 0 w 574"/>
              <a:gd name="T1" fmla="*/ 0 h 290"/>
              <a:gd name="T2" fmla="*/ 0 w 574"/>
              <a:gd name="T3" fmla="*/ 290 h 290"/>
              <a:gd name="T4" fmla="*/ 574 w 574"/>
              <a:gd name="T5" fmla="*/ 290 h 290"/>
              <a:gd name="T6" fmla="*/ 574 w 574"/>
              <a:gd name="T7" fmla="*/ 102 h 290"/>
              <a:gd name="T8" fmla="*/ 492 w 574"/>
              <a:gd name="T9" fmla="*/ 86 h 290"/>
              <a:gd name="T10" fmla="*/ 492 w 574"/>
              <a:gd name="T11" fmla="*/ 86 h 290"/>
              <a:gd name="T12" fmla="*/ 0 w 574"/>
              <a:gd name="T13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74" h="290">
                <a:moveTo>
                  <a:pt x="0" y="0"/>
                </a:moveTo>
                <a:lnTo>
                  <a:pt x="0" y="290"/>
                </a:lnTo>
                <a:lnTo>
                  <a:pt x="574" y="290"/>
                </a:lnTo>
                <a:lnTo>
                  <a:pt x="574" y="102"/>
                </a:lnTo>
                <a:lnTo>
                  <a:pt x="492" y="86"/>
                </a:lnTo>
                <a:lnTo>
                  <a:pt x="492" y="86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4" name="Freeform 196">
            <a:extLst>
              <a:ext uri="{FF2B5EF4-FFF2-40B4-BE49-F238E27FC236}">
                <a16:creationId xmlns:a16="http://schemas.microsoft.com/office/drawing/2014/main" id="{80162C6F-E99B-4115-A5FA-9C20AF6A1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0552" y="4886484"/>
            <a:ext cx="647700" cy="727075"/>
          </a:xfrm>
          <a:custGeom>
            <a:avLst/>
            <a:gdLst>
              <a:gd name="T0" fmla="*/ 0 w 408"/>
              <a:gd name="T1" fmla="*/ 0 h 458"/>
              <a:gd name="T2" fmla="*/ 0 w 408"/>
              <a:gd name="T3" fmla="*/ 290 h 458"/>
              <a:gd name="T4" fmla="*/ 408 w 408"/>
              <a:gd name="T5" fmla="*/ 458 h 458"/>
              <a:gd name="T6" fmla="*/ 408 w 408"/>
              <a:gd name="T7" fmla="*/ 304 h 458"/>
              <a:gd name="T8" fmla="*/ 326 w 408"/>
              <a:gd name="T9" fmla="*/ 242 h 458"/>
              <a:gd name="T10" fmla="*/ 0 w 408"/>
              <a:gd name="T11" fmla="*/ 0 h 4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8" h="458">
                <a:moveTo>
                  <a:pt x="0" y="0"/>
                </a:moveTo>
                <a:lnTo>
                  <a:pt x="0" y="290"/>
                </a:lnTo>
                <a:lnTo>
                  <a:pt x="408" y="458"/>
                </a:lnTo>
                <a:lnTo>
                  <a:pt x="408" y="304"/>
                </a:lnTo>
                <a:lnTo>
                  <a:pt x="326" y="242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5" name="Freeform 198">
            <a:extLst>
              <a:ext uri="{FF2B5EF4-FFF2-40B4-BE49-F238E27FC236}">
                <a16:creationId xmlns:a16="http://schemas.microsoft.com/office/drawing/2014/main" id="{8D3D6256-30C7-46B7-A863-37E33DCB9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0552" y="5346859"/>
            <a:ext cx="781050" cy="596900"/>
          </a:xfrm>
          <a:custGeom>
            <a:avLst/>
            <a:gdLst>
              <a:gd name="T0" fmla="*/ 0 w 492"/>
              <a:gd name="T1" fmla="*/ 0 h 376"/>
              <a:gd name="T2" fmla="*/ 0 w 492"/>
              <a:gd name="T3" fmla="*/ 290 h 376"/>
              <a:gd name="T4" fmla="*/ 492 w 492"/>
              <a:gd name="T5" fmla="*/ 376 h 376"/>
              <a:gd name="T6" fmla="*/ 492 w 492"/>
              <a:gd name="T7" fmla="*/ 202 h 376"/>
              <a:gd name="T8" fmla="*/ 408 w 492"/>
              <a:gd name="T9" fmla="*/ 168 h 376"/>
              <a:gd name="T10" fmla="*/ 0 w 492"/>
              <a:gd name="T11" fmla="*/ 0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2" h="376">
                <a:moveTo>
                  <a:pt x="0" y="0"/>
                </a:moveTo>
                <a:lnTo>
                  <a:pt x="0" y="290"/>
                </a:lnTo>
                <a:lnTo>
                  <a:pt x="492" y="376"/>
                </a:lnTo>
                <a:lnTo>
                  <a:pt x="492" y="202"/>
                </a:lnTo>
                <a:lnTo>
                  <a:pt x="408" y="168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6" name="Freeform 200">
            <a:extLst>
              <a:ext uri="{FF2B5EF4-FFF2-40B4-BE49-F238E27FC236}">
                <a16:creationId xmlns:a16="http://schemas.microsoft.com/office/drawing/2014/main" id="{FE96244B-30B1-462C-A1D8-37F97B24B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0552" y="5807234"/>
            <a:ext cx="911225" cy="460375"/>
          </a:xfrm>
          <a:custGeom>
            <a:avLst/>
            <a:gdLst>
              <a:gd name="T0" fmla="*/ 0 w 574"/>
              <a:gd name="T1" fmla="*/ 0 h 290"/>
              <a:gd name="T2" fmla="*/ 0 w 574"/>
              <a:gd name="T3" fmla="*/ 290 h 290"/>
              <a:gd name="T4" fmla="*/ 574 w 574"/>
              <a:gd name="T5" fmla="*/ 290 h 290"/>
              <a:gd name="T6" fmla="*/ 574 w 574"/>
              <a:gd name="T7" fmla="*/ 102 h 290"/>
              <a:gd name="T8" fmla="*/ 492 w 574"/>
              <a:gd name="T9" fmla="*/ 86 h 290"/>
              <a:gd name="T10" fmla="*/ 492 w 574"/>
              <a:gd name="T11" fmla="*/ 86 h 290"/>
              <a:gd name="T12" fmla="*/ 0 w 574"/>
              <a:gd name="T13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74" h="290">
                <a:moveTo>
                  <a:pt x="0" y="0"/>
                </a:moveTo>
                <a:lnTo>
                  <a:pt x="0" y="290"/>
                </a:lnTo>
                <a:lnTo>
                  <a:pt x="574" y="290"/>
                </a:lnTo>
                <a:lnTo>
                  <a:pt x="574" y="102"/>
                </a:lnTo>
                <a:lnTo>
                  <a:pt x="492" y="86"/>
                </a:lnTo>
                <a:lnTo>
                  <a:pt x="492" y="86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5" name="Rectangle 211">
            <a:extLst>
              <a:ext uri="{FF2B5EF4-FFF2-40B4-BE49-F238E27FC236}">
                <a16:creationId xmlns:a16="http://schemas.microsoft.com/office/drawing/2014/main" id="{A937E230-181F-4FB0-8238-F67CCACE2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6651625"/>
            <a:ext cx="1444625" cy="4381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6" name="Rectangle 212">
            <a:extLst>
              <a:ext uri="{FF2B5EF4-FFF2-40B4-BE49-F238E27FC236}">
                <a16:creationId xmlns:a16="http://schemas.microsoft.com/office/drawing/2014/main" id="{0533D191-F83E-4AD7-9970-0D1D91C02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6651625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7" name="Rectangle 213">
            <a:extLst>
              <a:ext uri="{FF2B5EF4-FFF2-40B4-BE49-F238E27FC236}">
                <a16:creationId xmlns:a16="http://schemas.microsoft.com/office/drawing/2014/main" id="{5452590C-F954-416C-B38E-D7B18884D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146925"/>
            <a:ext cx="1444625" cy="4381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8" name="Rectangle 214">
            <a:extLst>
              <a:ext uri="{FF2B5EF4-FFF2-40B4-BE49-F238E27FC236}">
                <a16:creationId xmlns:a16="http://schemas.microsoft.com/office/drawing/2014/main" id="{432DB7C5-29D1-4F2B-AA79-1F4B42C3D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146925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9" name="Rectangle 215">
            <a:extLst>
              <a:ext uri="{FF2B5EF4-FFF2-40B4-BE49-F238E27FC236}">
                <a16:creationId xmlns:a16="http://schemas.microsoft.com/office/drawing/2014/main" id="{20D2928D-50D2-400F-9513-1B278EF3E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645400"/>
            <a:ext cx="1444625" cy="438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0" name="Rectangle 216">
            <a:extLst>
              <a:ext uri="{FF2B5EF4-FFF2-40B4-BE49-F238E27FC236}">
                <a16:creationId xmlns:a16="http://schemas.microsoft.com/office/drawing/2014/main" id="{ED22014E-736F-44F3-B709-1700EF278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645400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1" name="Rectangle 217">
            <a:extLst>
              <a:ext uri="{FF2B5EF4-FFF2-40B4-BE49-F238E27FC236}">
                <a16:creationId xmlns:a16="http://schemas.microsoft.com/office/drawing/2014/main" id="{D41D0A1B-B730-4233-8BA4-18E8AB515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8140700"/>
            <a:ext cx="1444625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2" name="Rectangle 218">
            <a:extLst>
              <a:ext uri="{FF2B5EF4-FFF2-40B4-BE49-F238E27FC236}">
                <a16:creationId xmlns:a16="http://schemas.microsoft.com/office/drawing/2014/main" id="{52EDA220-B294-4737-8892-2DC55509A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8140700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5" name="Freeform 235">
            <a:extLst>
              <a:ext uri="{FF2B5EF4-FFF2-40B4-BE49-F238E27FC236}">
                <a16:creationId xmlns:a16="http://schemas.microsoft.com/office/drawing/2014/main" id="{2C62B015-7E86-484C-A69E-0E75EFEEF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6651625"/>
            <a:ext cx="635000" cy="784225"/>
          </a:xfrm>
          <a:custGeom>
            <a:avLst/>
            <a:gdLst>
              <a:gd name="T0" fmla="*/ 0 w 400"/>
              <a:gd name="T1" fmla="*/ 276 h 494"/>
              <a:gd name="T2" fmla="*/ 400 w 400"/>
              <a:gd name="T3" fmla="*/ 494 h 494"/>
              <a:gd name="T4" fmla="*/ 400 w 400"/>
              <a:gd name="T5" fmla="*/ 410 h 494"/>
              <a:gd name="T6" fmla="*/ 0 w 400"/>
              <a:gd name="T7" fmla="*/ 0 h 494"/>
              <a:gd name="T8" fmla="*/ 0 w 400"/>
              <a:gd name="T9" fmla="*/ 276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276"/>
                </a:moveTo>
                <a:lnTo>
                  <a:pt x="400" y="494"/>
                </a:lnTo>
                <a:lnTo>
                  <a:pt x="400" y="410"/>
                </a:lnTo>
                <a:lnTo>
                  <a:pt x="0" y="0"/>
                </a:lnTo>
                <a:lnTo>
                  <a:pt x="0" y="27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6" name="Freeform 236">
            <a:extLst>
              <a:ext uri="{FF2B5EF4-FFF2-40B4-BE49-F238E27FC236}">
                <a16:creationId xmlns:a16="http://schemas.microsoft.com/office/drawing/2014/main" id="{05BB6B84-FB46-410C-84AD-9C6CB769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6651625"/>
            <a:ext cx="635000" cy="784225"/>
          </a:xfrm>
          <a:custGeom>
            <a:avLst/>
            <a:gdLst>
              <a:gd name="T0" fmla="*/ 0 w 400"/>
              <a:gd name="T1" fmla="*/ 276 h 494"/>
              <a:gd name="T2" fmla="*/ 400 w 400"/>
              <a:gd name="T3" fmla="*/ 494 h 494"/>
              <a:gd name="T4" fmla="*/ 400 w 400"/>
              <a:gd name="T5" fmla="*/ 410 h 494"/>
              <a:gd name="T6" fmla="*/ 0 w 400"/>
              <a:gd name="T7" fmla="*/ 0 h 494"/>
              <a:gd name="T8" fmla="*/ 0 w 400"/>
              <a:gd name="T9" fmla="*/ 276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276"/>
                </a:moveTo>
                <a:lnTo>
                  <a:pt x="400" y="494"/>
                </a:lnTo>
                <a:lnTo>
                  <a:pt x="400" y="410"/>
                </a:lnTo>
                <a:lnTo>
                  <a:pt x="0" y="0"/>
                </a:lnTo>
                <a:lnTo>
                  <a:pt x="0" y="27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7" name="Freeform 237">
            <a:extLst>
              <a:ext uri="{FF2B5EF4-FFF2-40B4-BE49-F238E27FC236}">
                <a16:creationId xmlns:a16="http://schemas.microsoft.com/office/drawing/2014/main" id="{E3971AB7-E2A9-4E31-8AA1-2F0AAC08B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146925"/>
            <a:ext cx="635000" cy="454025"/>
          </a:xfrm>
          <a:custGeom>
            <a:avLst/>
            <a:gdLst>
              <a:gd name="T0" fmla="*/ 0 w 400"/>
              <a:gd name="T1" fmla="*/ 276 h 286"/>
              <a:gd name="T2" fmla="*/ 400 w 400"/>
              <a:gd name="T3" fmla="*/ 286 h 286"/>
              <a:gd name="T4" fmla="*/ 400 w 400"/>
              <a:gd name="T5" fmla="*/ 200 h 286"/>
              <a:gd name="T6" fmla="*/ 0 w 400"/>
              <a:gd name="T7" fmla="*/ 0 h 286"/>
              <a:gd name="T8" fmla="*/ 0 w 400"/>
              <a:gd name="T9" fmla="*/ 27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276"/>
                </a:moveTo>
                <a:lnTo>
                  <a:pt x="400" y="286"/>
                </a:lnTo>
                <a:lnTo>
                  <a:pt x="400" y="200"/>
                </a:lnTo>
                <a:lnTo>
                  <a:pt x="0" y="0"/>
                </a:lnTo>
                <a:lnTo>
                  <a:pt x="0" y="27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8" name="Freeform 238">
            <a:extLst>
              <a:ext uri="{FF2B5EF4-FFF2-40B4-BE49-F238E27FC236}">
                <a16:creationId xmlns:a16="http://schemas.microsoft.com/office/drawing/2014/main" id="{88D05FCD-499A-40B5-8BCA-338323176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146925"/>
            <a:ext cx="635000" cy="454025"/>
          </a:xfrm>
          <a:custGeom>
            <a:avLst/>
            <a:gdLst>
              <a:gd name="T0" fmla="*/ 0 w 400"/>
              <a:gd name="T1" fmla="*/ 276 h 286"/>
              <a:gd name="T2" fmla="*/ 400 w 400"/>
              <a:gd name="T3" fmla="*/ 286 h 286"/>
              <a:gd name="T4" fmla="*/ 400 w 400"/>
              <a:gd name="T5" fmla="*/ 200 h 286"/>
              <a:gd name="T6" fmla="*/ 0 w 400"/>
              <a:gd name="T7" fmla="*/ 0 h 286"/>
              <a:gd name="T8" fmla="*/ 0 w 400"/>
              <a:gd name="T9" fmla="*/ 27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276"/>
                </a:moveTo>
                <a:lnTo>
                  <a:pt x="400" y="286"/>
                </a:lnTo>
                <a:lnTo>
                  <a:pt x="400" y="200"/>
                </a:lnTo>
                <a:lnTo>
                  <a:pt x="0" y="0"/>
                </a:lnTo>
                <a:lnTo>
                  <a:pt x="0" y="27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9" name="Freeform 239">
            <a:extLst>
              <a:ext uri="{FF2B5EF4-FFF2-40B4-BE49-F238E27FC236}">
                <a16:creationId xmlns:a16="http://schemas.microsoft.com/office/drawing/2014/main" id="{BB232304-005E-43CC-ABF1-36E57B176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629525"/>
            <a:ext cx="635000" cy="454025"/>
          </a:xfrm>
          <a:custGeom>
            <a:avLst/>
            <a:gdLst>
              <a:gd name="T0" fmla="*/ 0 w 400"/>
              <a:gd name="T1" fmla="*/ 286 h 286"/>
              <a:gd name="T2" fmla="*/ 400 w 400"/>
              <a:gd name="T3" fmla="*/ 86 h 286"/>
              <a:gd name="T4" fmla="*/ 400 w 400"/>
              <a:gd name="T5" fmla="*/ 0 h 286"/>
              <a:gd name="T6" fmla="*/ 0 w 400"/>
              <a:gd name="T7" fmla="*/ 10 h 286"/>
              <a:gd name="T8" fmla="*/ 0 w 400"/>
              <a:gd name="T9" fmla="*/ 28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286"/>
                </a:moveTo>
                <a:lnTo>
                  <a:pt x="400" y="86"/>
                </a:lnTo>
                <a:lnTo>
                  <a:pt x="400" y="0"/>
                </a:lnTo>
                <a:lnTo>
                  <a:pt x="0" y="10"/>
                </a:lnTo>
                <a:lnTo>
                  <a:pt x="0" y="28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0" name="Freeform 240">
            <a:extLst>
              <a:ext uri="{FF2B5EF4-FFF2-40B4-BE49-F238E27FC236}">
                <a16:creationId xmlns:a16="http://schemas.microsoft.com/office/drawing/2014/main" id="{C10EA3C2-8648-4848-B2E5-36D27E49C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629525"/>
            <a:ext cx="635000" cy="454025"/>
          </a:xfrm>
          <a:custGeom>
            <a:avLst/>
            <a:gdLst>
              <a:gd name="T0" fmla="*/ 0 w 400"/>
              <a:gd name="T1" fmla="*/ 286 h 286"/>
              <a:gd name="T2" fmla="*/ 400 w 400"/>
              <a:gd name="T3" fmla="*/ 86 h 286"/>
              <a:gd name="T4" fmla="*/ 400 w 400"/>
              <a:gd name="T5" fmla="*/ 0 h 286"/>
              <a:gd name="T6" fmla="*/ 0 w 400"/>
              <a:gd name="T7" fmla="*/ 10 h 286"/>
              <a:gd name="T8" fmla="*/ 0 w 400"/>
              <a:gd name="T9" fmla="*/ 28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286"/>
                </a:moveTo>
                <a:lnTo>
                  <a:pt x="400" y="86"/>
                </a:lnTo>
                <a:lnTo>
                  <a:pt x="400" y="0"/>
                </a:lnTo>
                <a:lnTo>
                  <a:pt x="0" y="10"/>
                </a:lnTo>
                <a:lnTo>
                  <a:pt x="0" y="28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1" name="Freeform 241">
            <a:extLst>
              <a:ext uri="{FF2B5EF4-FFF2-40B4-BE49-F238E27FC236}">
                <a16:creationId xmlns:a16="http://schemas.microsoft.com/office/drawing/2014/main" id="{1C30E25D-9D28-4F8F-8B65-A3F9463E0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794625"/>
            <a:ext cx="635000" cy="784225"/>
          </a:xfrm>
          <a:custGeom>
            <a:avLst/>
            <a:gdLst>
              <a:gd name="T0" fmla="*/ 0 w 400"/>
              <a:gd name="T1" fmla="*/ 494 h 494"/>
              <a:gd name="T2" fmla="*/ 400 w 400"/>
              <a:gd name="T3" fmla="*/ 84 h 494"/>
              <a:gd name="T4" fmla="*/ 400 w 400"/>
              <a:gd name="T5" fmla="*/ 0 h 494"/>
              <a:gd name="T6" fmla="*/ 0 w 400"/>
              <a:gd name="T7" fmla="*/ 218 h 494"/>
              <a:gd name="T8" fmla="*/ 0 w 400"/>
              <a:gd name="T9" fmla="*/ 494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494"/>
                </a:moveTo>
                <a:lnTo>
                  <a:pt x="400" y="84"/>
                </a:lnTo>
                <a:lnTo>
                  <a:pt x="400" y="0"/>
                </a:lnTo>
                <a:lnTo>
                  <a:pt x="0" y="218"/>
                </a:lnTo>
                <a:lnTo>
                  <a:pt x="0" y="4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2" name="Freeform 242">
            <a:extLst>
              <a:ext uri="{FF2B5EF4-FFF2-40B4-BE49-F238E27FC236}">
                <a16:creationId xmlns:a16="http://schemas.microsoft.com/office/drawing/2014/main" id="{9CD0BB3E-47CB-4919-8FE4-8A31463DA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794625"/>
            <a:ext cx="635000" cy="784225"/>
          </a:xfrm>
          <a:custGeom>
            <a:avLst/>
            <a:gdLst>
              <a:gd name="T0" fmla="*/ 0 w 400"/>
              <a:gd name="T1" fmla="*/ 494 h 494"/>
              <a:gd name="T2" fmla="*/ 400 w 400"/>
              <a:gd name="T3" fmla="*/ 84 h 494"/>
              <a:gd name="T4" fmla="*/ 400 w 400"/>
              <a:gd name="T5" fmla="*/ 0 h 494"/>
              <a:gd name="T6" fmla="*/ 0 w 400"/>
              <a:gd name="T7" fmla="*/ 218 h 494"/>
              <a:gd name="T8" fmla="*/ 0 w 400"/>
              <a:gd name="T9" fmla="*/ 494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494"/>
                </a:moveTo>
                <a:lnTo>
                  <a:pt x="400" y="84"/>
                </a:lnTo>
                <a:lnTo>
                  <a:pt x="400" y="0"/>
                </a:lnTo>
                <a:lnTo>
                  <a:pt x="0" y="218"/>
                </a:lnTo>
                <a:lnTo>
                  <a:pt x="0" y="49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3" name="Freeform 244">
            <a:extLst>
              <a:ext uri="{FF2B5EF4-FFF2-40B4-BE49-F238E27FC236}">
                <a16:creationId xmlns:a16="http://schemas.microsoft.com/office/drawing/2014/main" id="{E4F0C1BC-E911-4408-86C0-79C360CD7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6651625"/>
            <a:ext cx="635000" cy="784225"/>
          </a:xfrm>
          <a:custGeom>
            <a:avLst/>
            <a:gdLst>
              <a:gd name="T0" fmla="*/ 0 w 400"/>
              <a:gd name="T1" fmla="*/ 0 h 494"/>
              <a:gd name="T2" fmla="*/ 0 w 400"/>
              <a:gd name="T3" fmla="*/ 276 h 494"/>
              <a:gd name="T4" fmla="*/ 400 w 400"/>
              <a:gd name="T5" fmla="*/ 494 h 494"/>
              <a:gd name="T6" fmla="*/ 400 w 400"/>
              <a:gd name="T7" fmla="*/ 410 h 494"/>
              <a:gd name="T8" fmla="*/ 0 w 400"/>
              <a:gd name="T9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0"/>
                </a:moveTo>
                <a:lnTo>
                  <a:pt x="0" y="276"/>
                </a:lnTo>
                <a:lnTo>
                  <a:pt x="400" y="494"/>
                </a:lnTo>
                <a:lnTo>
                  <a:pt x="400" y="4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4" name="Freeform 246">
            <a:extLst>
              <a:ext uri="{FF2B5EF4-FFF2-40B4-BE49-F238E27FC236}">
                <a16:creationId xmlns:a16="http://schemas.microsoft.com/office/drawing/2014/main" id="{E633226C-54F9-47A9-99F8-1130EF3BF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146925"/>
            <a:ext cx="635000" cy="454025"/>
          </a:xfrm>
          <a:custGeom>
            <a:avLst/>
            <a:gdLst>
              <a:gd name="T0" fmla="*/ 0 w 400"/>
              <a:gd name="T1" fmla="*/ 0 h 286"/>
              <a:gd name="T2" fmla="*/ 0 w 400"/>
              <a:gd name="T3" fmla="*/ 276 h 286"/>
              <a:gd name="T4" fmla="*/ 400 w 400"/>
              <a:gd name="T5" fmla="*/ 286 h 286"/>
              <a:gd name="T6" fmla="*/ 400 w 400"/>
              <a:gd name="T7" fmla="*/ 200 h 286"/>
              <a:gd name="T8" fmla="*/ 0 w 400"/>
              <a:gd name="T9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0"/>
                </a:moveTo>
                <a:lnTo>
                  <a:pt x="0" y="276"/>
                </a:lnTo>
                <a:lnTo>
                  <a:pt x="400" y="286"/>
                </a:lnTo>
                <a:lnTo>
                  <a:pt x="400" y="20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5" name="Freeform 248">
            <a:extLst>
              <a:ext uri="{FF2B5EF4-FFF2-40B4-BE49-F238E27FC236}">
                <a16:creationId xmlns:a16="http://schemas.microsoft.com/office/drawing/2014/main" id="{6A8C461B-0396-4695-8626-7984A1BF3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629525"/>
            <a:ext cx="635000" cy="454025"/>
          </a:xfrm>
          <a:custGeom>
            <a:avLst/>
            <a:gdLst>
              <a:gd name="T0" fmla="*/ 400 w 400"/>
              <a:gd name="T1" fmla="*/ 0 h 286"/>
              <a:gd name="T2" fmla="*/ 0 w 400"/>
              <a:gd name="T3" fmla="*/ 10 h 286"/>
              <a:gd name="T4" fmla="*/ 0 w 400"/>
              <a:gd name="T5" fmla="*/ 286 h 286"/>
              <a:gd name="T6" fmla="*/ 400 w 400"/>
              <a:gd name="T7" fmla="*/ 86 h 286"/>
              <a:gd name="T8" fmla="*/ 400 w 400"/>
              <a:gd name="T9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400" y="0"/>
                </a:moveTo>
                <a:lnTo>
                  <a:pt x="0" y="10"/>
                </a:lnTo>
                <a:lnTo>
                  <a:pt x="0" y="286"/>
                </a:lnTo>
                <a:lnTo>
                  <a:pt x="400" y="86"/>
                </a:lnTo>
                <a:lnTo>
                  <a:pt x="4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6" name="Freeform 250">
            <a:extLst>
              <a:ext uri="{FF2B5EF4-FFF2-40B4-BE49-F238E27FC236}">
                <a16:creationId xmlns:a16="http://schemas.microsoft.com/office/drawing/2014/main" id="{E391861B-252E-4FCD-906B-53C72C826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794625"/>
            <a:ext cx="635000" cy="784225"/>
          </a:xfrm>
          <a:custGeom>
            <a:avLst/>
            <a:gdLst>
              <a:gd name="T0" fmla="*/ 400 w 400"/>
              <a:gd name="T1" fmla="*/ 0 h 494"/>
              <a:gd name="T2" fmla="*/ 0 w 400"/>
              <a:gd name="T3" fmla="*/ 218 h 494"/>
              <a:gd name="T4" fmla="*/ 0 w 400"/>
              <a:gd name="T5" fmla="*/ 494 h 494"/>
              <a:gd name="T6" fmla="*/ 400 w 400"/>
              <a:gd name="T7" fmla="*/ 84 h 494"/>
              <a:gd name="T8" fmla="*/ 400 w 400"/>
              <a:gd name="T9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400" y="0"/>
                </a:moveTo>
                <a:lnTo>
                  <a:pt x="0" y="218"/>
                </a:lnTo>
                <a:lnTo>
                  <a:pt x="0" y="494"/>
                </a:lnTo>
                <a:lnTo>
                  <a:pt x="400" y="84"/>
                </a:lnTo>
                <a:lnTo>
                  <a:pt x="4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7" name="Rectangle 251">
            <a:extLst>
              <a:ext uri="{FF2B5EF4-FFF2-40B4-BE49-F238E27FC236}">
                <a16:creationId xmlns:a16="http://schemas.microsoft.com/office/drawing/2014/main" id="{EBC94889-2E32-40A1-AB9F-C330BDCB2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7302500"/>
            <a:ext cx="539750" cy="133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8" name="Rectangle 252">
            <a:extLst>
              <a:ext uri="{FF2B5EF4-FFF2-40B4-BE49-F238E27FC236}">
                <a16:creationId xmlns:a16="http://schemas.microsoft.com/office/drawing/2014/main" id="{246EAB2F-D19F-4619-B28C-DB7B091EB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7464425"/>
            <a:ext cx="539750" cy="1365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9" name="Rectangle 253">
            <a:extLst>
              <a:ext uri="{FF2B5EF4-FFF2-40B4-BE49-F238E27FC236}">
                <a16:creationId xmlns:a16="http://schemas.microsoft.com/office/drawing/2014/main" id="{93792820-9C59-4D79-90C3-0B269FB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7629525"/>
            <a:ext cx="539750" cy="136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0" name="Rectangle 254">
            <a:extLst>
              <a:ext uri="{FF2B5EF4-FFF2-40B4-BE49-F238E27FC236}">
                <a16:creationId xmlns:a16="http://schemas.microsoft.com/office/drawing/2014/main" id="{EB8FC936-F335-4F95-9BAB-56998FAC6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7794625"/>
            <a:ext cx="539750" cy="133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1" name="Freeform 255">
            <a:extLst>
              <a:ext uri="{FF2B5EF4-FFF2-40B4-BE49-F238E27FC236}">
                <a16:creationId xmlns:a16="http://schemas.microsoft.com/office/drawing/2014/main" id="{F42A30C4-2BD0-40FE-8EEB-2E9024B34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19438" y="7026275"/>
            <a:ext cx="311150" cy="409575"/>
          </a:xfrm>
          <a:custGeom>
            <a:avLst/>
            <a:gdLst>
              <a:gd name="T0" fmla="*/ 196 w 196"/>
              <a:gd name="T1" fmla="*/ 258 h 258"/>
              <a:gd name="T2" fmla="*/ 0 w 196"/>
              <a:gd name="T3" fmla="*/ 258 h 258"/>
              <a:gd name="T4" fmla="*/ 0 w 196"/>
              <a:gd name="T5" fmla="*/ 0 h 258"/>
              <a:gd name="T6" fmla="*/ 196 w 196"/>
              <a:gd name="T7" fmla="*/ 258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6" h="258">
                <a:moveTo>
                  <a:pt x="196" y="258"/>
                </a:moveTo>
                <a:lnTo>
                  <a:pt x="0" y="258"/>
                </a:lnTo>
                <a:lnTo>
                  <a:pt x="0" y="0"/>
                </a:lnTo>
                <a:lnTo>
                  <a:pt x="196" y="25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2" name="Freeform 256">
            <a:extLst>
              <a:ext uri="{FF2B5EF4-FFF2-40B4-BE49-F238E27FC236}">
                <a16:creationId xmlns:a16="http://schemas.microsoft.com/office/drawing/2014/main" id="{556216EC-5CDF-4B48-B0EB-32E577D38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22613" y="7464425"/>
            <a:ext cx="428625" cy="136525"/>
          </a:xfrm>
          <a:custGeom>
            <a:avLst/>
            <a:gdLst>
              <a:gd name="T0" fmla="*/ 270 w 270"/>
              <a:gd name="T1" fmla="*/ 86 h 86"/>
              <a:gd name="T2" fmla="*/ 0 w 270"/>
              <a:gd name="T3" fmla="*/ 86 h 86"/>
              <a:gd name="T4" fmla="*/ 0 w 270"/>
              <a:gd name="T5" fmla="*/ 0 h 86"/>
              <a:gd name="T6" fmla="*/ 204 w 270"/>
              <a:gd name="T7" fmla="*/ 0 h 86"/>
              <a:gd name="T8" fmla="*/ 270 w 270"/>
              <a:gd name="T9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0" h="86">
                <a:moveTo>
                  <a:pt x="270" y="86"/>
                </a:moveTo>
                <a:lnTo>
                  <a:pt x="0" y="86"/>
                </a:lnTo>
                <a:lnTo>
                  <a:pt x="0" y="0"/>
                </a:lnTo>
                <a:lnTo>
                  <a:pt x="204" y="0"/>
                </a:lnTo>
                <a:lnTo>
                  <a:pt x="270" y="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3" name="Freeform 257">
            <a:extLst>
              <a:ext uri="{FF2B5EF4-FFF2-40B4-BE49-F238E27FC236}">
                <a16:creationId xmlns:a16="http://schemas.microsoft.com/office/drawing/2014/main" id="{F33CD8B7-9D36-4304-AB9C-C527B9DFD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19438" y="7794625"/>
            <a:ext cx="311150" cy="409575"/>
          </a:xfrm>
          <a:custGeom>
            <a:avLst/>
            <a:gdLst>
              <a:gd name="T0" fmla="*/ 196 w 196"/>
              <a:gd name="T1" fmla="*/ 0 h 258"/>
              <a:gd name="T2" fmla="*/ 0 w 196"/>
              <a:gd name="T3" fmla="*/ 0 h 258"/>
              <a:gd name="T4" fmla="*/ 0 w 196"/>
              <a:gd name="T5" fmla="*/ 258 h 258"/>
              <a:gd name="T6" fmla="*/ 196 w 196"/>
              <a:gd name="T7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6" h="258">
                <a:moveTo>
                  <a:pt x="196" y="0"/>
                </a:moveTo>
                <a:lnTo>
                  <a:pt x="0" y="0"/>
                </a:lnTo>
                <a:lnTo>
                  <a:pt x="0" y="258"/>
                </a:lnTo>
                <a:lnTo>
                  <a:pt x="19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Freeform 258">
            <a:extLst>
              <a:ext uri="{FF2B5EF4-FFF2-40B4-BE49-F238E27FC236}">
                <a16:creationId xmlns:a16="http://schemas.microsoft.com/office/drawing/2014/main" id="{7104999F-0A62-4ECD-AE95-3F3617105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22613" y="7629525"/>
            <a:ext cx="428625" cy="136525"/>
          </a:xfrm>
          <a:custGeom>
            <a:avLst/>
            <a:gdLst>
              <a:gd name="T0" fmla="*/ 270 w 270"/>
              <a:gd name="T1" fmla="*/ 0 h 86"/>
              <a:gd name="T2" fmla="*/ 0 w 270"/>
              <a:gd name="T3" fmla="*/ 0 h 86"/>
              <a:gd name="T4" fmla="*/ 0 w 270"/>
              <a:gd name="T5" fmla="*/ 86 h 86"/>
              <a:gd name="T6" fmla="*/ 204 w 270"/>
              <a:gd name="T7" fmla="*/ 86 h 86"/>
              <a:gd name="T8" fmla="*/ 270 w 270"/>
              <a:gd name="T9" fmla="*/ 0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0" h="86">
                <a:moveTo>
                  <a:pt x="270" y="0"/>
                </a:moveTo>
                <a:lnTo>
                  <a:pt x="0" y="0"/>
                </a:lnTo>
                <a:lnTo>
                  <a:pt x="0" y="86"/>
                </a:lnTo>
                <a:lnTo>
                  <a:pt x="204" y="86"/>
                </a:lnTo>
                <a:lnTo>
                  <a:pt x="27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4" name="Freeform 243">
            <a:extLst>
              <a:ext uri="{FF2B5EF4-FFF2-40B4-BE49-F238E27FC236}">
                <a16:creationId xmlns:a16="http://schemas.microsoft.com/office/drawing/2014/main" id="{9CD0BA89-DB3A-4C6D-915A-89DA0C9C2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6651624"/>
            <a:ext cx="635000" cy="784225"/>
          </a:xfrm>
          <a:custGeom>
            <a:avLst/>
            <a:gdLst>
              <a:gd name="T0" fmla="*/ 0 w 400"/>
              <a:gd name="T1" fmla="*/ 0 h 494"/>
              <a:gd name="T2" fmla="*/ 0 w 400"/>
              <a:gd name="T3" fmla="*/ 276 h 494"/>
              <a:gd name="T4" fmla="*/ 400 w 400"/>
              <a:gd name="T5" fmla="*/ 494 h 494"/>
              <a:gd name="T6" fmla="*/ 400 w 400"/>
              <a:gd name="T7" fmla="*/ 410 h 494"/>
              <a:gd name="T8" fmla="*/ 0 w 400"/>
              <a:gd name="T9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0"/>
                </a:moveTo>
                <a:lnTo>
                  <a:pt x="0" y="276"/>
                </a:lnTo>
                <a:lnTo>
                  <a:pt x="400" y="494"/>
                </a:lnTo>
                <a:lnTo>
                  <a:pt x="400" y="41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5" name="Freeform 245">
            <a:extLst>
              <a:ext uri="{FF2B5EF4-FFF2-40B4-BE49-F238E27FC236}">
                <a16:creationId xmlns:a16="http://schemas.microsoft.com/office/drawing/2014/main" id="{10BDF724-4FCE-4158-B0EE-D2934DC51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146924"/>
            <a:ext cx="635000" cy="454025"/>
          </a:xfrm>
          <a:custGeom>
            <a:avLst/>
            <a:gdLst>
              <a:gd name="T0" fmla="*/ 0 w 400"/>
              <a:gd name="T1" fmla="*/ 0 h 286"/>
              <a:gd name="T2" fmla="*/ 0 w 400"/>
              <a:gd name="T3" fmla="*/ 276 h 286"/>
              <a:gd name="T4" fmla="*/ 400 w 400"/>
              <a:gd name="T5" fmla="*/ 286 h 286"/>
              <a:gd name="T6" fmla="*/ 400 w 400"/>
              <a:gd name="T7" fmla="*/ 200 h 286"/>
              <a:gd name="T8" fmla="*/ 0 w 400"/>
              <a:gd name="T9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0"/>
                </a:moveTo>
                <a:lnTo>
                  <a:pt x="0" y="276"/>
                </a:lnTo>
                <a:lnTo>
                  <a:pt x="400" y="286"/>
                </a:lnTo>
                <a:lnTo>
                  <a:pt x="400" y="2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6" name="Freeform 247">
            <a:extLst>
              <a:ext uri="{FF2B5EF4-FFF2-40B4-BE49-F238E27FC236}">
                <a16:creationId xmlns:a16="http://schemas.microsoft.com/office/drawing/2014/main" id="{76BA3CA4-F28F-430F-9335-557E74A6A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629524"/>
            <a:ext cx="635000" cy="454025"/>
          </a:xfrm>
          <a:custGeom>
            <a:avLst/>
            <a:gdLst>
              <a:gd name="T0" fmla="*/ 400 w 400"/>
              <a:gd name="T1" fmla="*/ 0 h 286"/>
              <a:gd name="T2" fmla="*/ 0 w 400"/>
              <a:gd name="T3" fmla="*/ 10 h 286"/>
              <a:gd name="T4" fmla="*/ 0 w 400"/>
              <a:gd name="T5" fmla="*/ 286 h 286"/>
              <a:gd name="T6" fmla="*/ 400 w 400"/>
              <a:gd name="T7" fmla="*/ 86 h 286"/>
              <a:gd name="T8" fmla="*/ 400 w 400"/>
              <a:gd name="T9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400" y="0"/>
                </a:moveTo>
                <a:lnTo>
                  <a:pt x="0" y="10"/>
                </a:lnTo>
                <a:lnTo>
                  <a:pt x="0" y="286"/>
                </a:lnTo>
                <a:lnTo>
                  <a:pt x="400" y="86"/>
                </a:lnTo>
                <a:lnTo>
                  <a:pt x="40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7" name="Freeform 249">
            <a:extLst>
              <a:ext uri="{FF2B5EF4-FFF2-40B4-BE49-F238E27FC236}">
                <a16:creationId xmlns:a16="http://schemas.microsoft.com/office/drawing/2014/main" id="{9F0E0722-555A-4B86-A516-EAAA8BA2E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794624"/>
            <a:ext cx="635000" cy="784225"/>
          </a:xfrm>
          <a:custGeom>
            <a:avLst/>
            <a:gdLst>
              <a:gd name="T0" fmla="*/ 400 w 400"/>
              <a:gd name="T1" fmla="*/ 0 h 494"/>
              <a:gd name="T2" fmla="*/ 0 w 400"/>
              <a:gd name="T3" fmla="*/ 218 h 494"/>
              <a:gd name="T4" fmla="*/ 0 w 400"/>
              <a:gd name="T5" fmla="*/ 494 h 494"/>
              <a:gd name="T6" fmla="*/ 400 w 400"/>
              <a:gd name="T7" fmla="*/ 84 h 494"/>
              <a:gd name="T8" fmla="*/ 400 w 400"/>
              <a:gd name="T9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400" y="0"/>
                </a:moveTo>
                <a:lnTo>
                  <a:pt x="0" y="218"/>
                </a:lnTo>
                <a:lnTo>
                  <a:pt x="0" y="494"/>
                </a:lnTo>
                <a:lnTo>
                  <a:pt x="400" y="84"/>
                </a:lnTo>
                <a:lnTo>
                  <a:pt x="40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6" name="Freeform 260">
            <a:extLst>
              <a:ext uri="{FF2B5EF4-FFF2-40B4-BE49-F238E27FC236}">
                <a16:creationId xmlns:a16="http://schemas.microsoft.com/office/drawing/2014/main" id="{5B3BD6C3-BE3E-4959-9B5D-DB8D680D1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41838" y="6515100"/>
            <a:ext cx="438150" cy="1425575"/>
          </a:xfrm>
          <a:custGeom>
            <a:avLst/>
            <a:gdLst>
              <a:gd name="T0" fmla="*/ 276 w 276"/>
              <a:gd name="T1" fmla="*/ 170 h 898"/>
              <a:gd name="T2" fmla="*/ 276 w 276"/>
              <a:gd name="T3" fmla="*/ 898 h 898"/>
              <a:gd name="T4" fmla="*/ 0 w 276"/>
              <a:gd name="T5" fmla="*/ 898 h 898"/>
              <a:gd name="T6" fmla="*/ 0 w 276"/>
              <a:gd name="T7" fmla="*/ 170 h 898"/>
              <a:gd name="T8" fmla="*/ 138 w 276"/>
              <a:gd name="T9" fmla="*/ 0 h 898"/>
              <a:gd name="T10" fmla="*/ 276 w 276"/>
              <a:gd name="T11" fmla="*/ 17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6" h="898">
                <a:moveTo>
                  <a:pt x="276" y="170"/>
                </a:moveTo>
                <a:lnTo>
                  <a:pt x="276" y="898"/>
                </a:lnTo>
                <a:lnTo>
                  <a:pt x="0" y="898"/>
                </a:lnTo>
                <a:lnTo>
                  <a:pt x="0" y="170"/>
                </a:lnTo>
                <a:lnTo>
                  <a:pt x="138" y="0"/>
                </a:lnTo>
                <a:lnTo>
                  <a:pt x="276" y="17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3" name="Freeform 219">
            <a:extLst>
              <a:ext uri="{FF2B5EF4-FFF2-40B4-BE49-F238E27FC236}">
                <a16:creationId xmlns:a16="http://schemas.microsoft.com/office/drawing/2014/main" id="{32131487-9EFD-454A-8BE3-AC3666149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73463" y="7940675"/>
            <a:ext cx="911225" cy="644525"/>
          </a:xfrm>
          <a:custGeom>
            <a:avLst/>
            <a:gdLst>
              <a:gd name="T0" fmla="*/ 574 w 574"/>
              <a:gd name="T1" fmla="*/ 0 h 406"/>
              <a:gd name="T2" fmla="*/ 424 w 574"/>
              <a:gd name="T3" fmla="*/ 406 h 406"/>
              <a:gd name="T4" fmla="*/ 0 w 574"/>
              <a:gd name="T5" fmla="*/ 406 h 406"/>
              <a:gd name="T6" fmla="*/ 298 w 574"/>
              <a:gd name="T7" fmla="*/ 0 h 406"/>
              <a:gd name="T8" fmla="*/ 574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574" y="0"/>
                </a:moveTo>
                <a:lnTo>
                  <a:pt x="424" y="406"/>
                </a:lnTo>
                <a:lnTo>
                  <a:pt x="0" y="406"/>
                </a:lnTo>
                <a:lnTo>
                  <a:pt x="298" y="0"/>
                </a:lnTo>
                <a:lnTo>
                  <a:pt x="57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4" name="Freeform 220">
            <a:extLst>
              <a:ext uri="{FF2B5EF4-FFF2-40B4-BE49-F238E27FC236}">
                <a16:creationId xmlns:a16="http://schemas.microsoft.com/office/drawing/2014/main" id="{8FD13D66-5300-4B05-86AF-CC98139A0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73463" y="7940675"/>
            <a:ext cx="911225" cy="644525"/>
          </a:xfrm>
          <a:custGeom>
            <a:avLst/>
            <a:gdLst>
              <a:gd name="T0" fmla="*/ 574 w 574"/>
              <a:gd name="T1" fmla="*/ 0 h 406"/>
              <a:gd name="T2" fmla="*/ 424 w 574"/>
              <a:gd name="T3" fmla="*/ 406 h 406"/>
              <a:gd name="T4" fmla="*/ 0 w 574"/>
              <a:gd name="T5" fmla="*/ 406 h 406"/>
              <a:gd name="T6" fmla="*/ 298 w 574"/>
              <a:gd name="T7" fmla="*/ 0 h 406"/>
              <a:gd name="T8" fmla="*/ 574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574" y="0"/>
                </a:moveTo>
                <a:lnTo>
                  <a:pt x="424" y="406"/>
                </a:lnTo>
                <a:lnTo>
                  <a:pt x="0" y="406"/>
                </a:lnTo>
                <a:lnTo>
                  <a:pt x="298" y="0"/>
                </a:lnTo>
                <a:lnTo>
                  <a:pt x="57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5" name="Freeform 221">
            <a:extLst>
              <a:ext uri="{FF2B5EF4-FFF2-40B4-BE49-F238E27FC236}">
                <a16:creationId xmlns:a16="http://schemas.microsoft.com/office/drawing/2014/main" id="{D4864BE4-5221-4FF4-8D57-00C2B68C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06888" y="7940675"/>
            <a:ext cx="673100" cy="644525"/>
          </a:xfrm>
          <a:custGeom>
            <a:avLst/>
            <a:gdLst>
              <a:gd name="T0" fmla="*/ 424 w 424"/>
              <a:gd name="T1" fmla="*/ 0 h 406"/>
              <a:gd name="T2" fmla="*/ 424 w 424"/>
              <a:gd name="T3" fmla="*/ 406 h 406"/>
              <a:gd name="T4" fmla="*/ 0 w 424"/>
              <a:gd name="T5" fmla="*/ 406 h 406"/>
              <a:gd name="T6" fmla="*/ 148 w 424"/>
              <a:gd name="T7" fmla="*/ 0 h 406"/>
              <a:gd name="T8" fmla="*/ 424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424" y="0"/>
                </a:moveTo>
                <a:lnTo>
                  <a:pt x="424" y="406"/>
                </a:lnTo>
                <a:lnTo>
                  <a:pt x="0" y="406"/>
                </a:lnTo>
                <a:lnTo>
                  <a:pt x="148" y="0"/>
                </a:lnTo>
                <a:lnTo>
                  <a:pt x="42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6" name="Freeform 222">
            <a:extLst>
              <a:ext uri="{FF2B5EF4-FFF2-40B4-BE49-F238E27FC236}">
                <a16:creationId xmlns:a16="http://schemas.microsoft.com/office/drawing/2014/main" id="{B459022E-E13B-4A50-AE39-5D11155EB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06888" y="7940675"/>
            <a:ext cx="673100" cy="644525"/>
          </a:xfrm>
          <a:custGeom>
            <a:avLst/>
            <a:gdLst>
              <a:gd name="T0" fmla="*/ 424 w 424"/>
              <a:gd name="T1" fmla="*/ 0 h 406"/>
              <a:gd name="T2" fmla="*/ 424 w 424"/>
              <a:gd name="T3" fmla="*/ 406 h 406"/>
              <a:gd name="T4" fmla="*/ 0 w 424"/>
              <a:gd name="T5" fmla="*/ 406 h 406"/>
              <a:gd name="T6" fmla="*/ 148 w 424"/>
              <a:gd name="T7" fmla="*/ 0 h 406"/>
              <a:gd name="T8" fmla="*/ 424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424" y="0"/>
                </a:moveTo>
                <a:lnTo>
                  <a:pt x="424" y="406"/>
                </a:lnTo>
                <a:lnTo>
                  <a:pt x="0" y="406"/>
                </a:lnTo>
                <a:lnTo>
                  <a:pt x="148" y="0"/>
                </a:lnTo>
                <a:lnTo>
                  <a:pt x="42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7" name="Freeform 223">
            <a:extLst>
              <a:ext uri="{FF2B5EF4-FFF2-40B4-BE49-F238E27FC236}">
                <a16:creationId xmlns:a16="http://schemas.microsoft.com/office/drawing/2014/main" id="{D9933FF2-68C2-41A0-9ED7-83ACD54C5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0313" y="7940675"/>
            <a:ext cx="673100" cy="644525"/>
          </a:xfrm>
          <a:custGeom>
            <a:avLst/>
            <a:gdLst>
              <a:gd name="T0" fmla="*/ 276 w 424"/>
              <a:gd name="T1" fmla="*/ 0 h 406"/>
              <a:gd name="T2" fmla="*/ 424 w 424"/>
              <a:gd name="T3" fmla="*/ 406 h 406"/>
              <a:gd name="T4" fmla="*/ 0 w 424"/>
              <a:gd name="T5" fmla="*/ 406 h 406"/>
              <a:gd name="T6" fmla="*/ 0 w 424"/>
              <a:gd name="T7" fmla="*/ 0 h 406"/>
              <a:gd name="T8" fmla="*/ 276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276" y="0"/>
                </a:moveTo>
                <a:lnTo>
                  <a:pt x="424" y="406"/>
                </a:lnTo>
                <a:lnTo>
                  <a:pt x="0" y="406"/>
                </a:lnTo>
                <a:lnTo>
                  <a:pt x="0" y="0"/>
                </a:lnTo>
                <a:lnTo>
                  <a:pt x="2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8" name="Freeform 224">
            <a:extLst>
              <a:ext uri="{FF2B5EF4-FFF2-40B4-BE49-F238E27FC236}">
                <a16:creationId xmlns:a16="http://schemas.microsoft.com/office/drawing/2014/main" id="{A888CE64-975F-4902-B3F4-F037673A5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0313" y="7940675"/>
            <a:ext cx="673100" cy="644525"/>
          </a:xfrm>
          <a:custGeom>
            <a:avLst/>
            <a:gdLst>
              <a:gd name="T0" fmla="*/ 276 w 424"/>
              <a:gd name="T1" fmla="*/ 0 h 406"/>
              <a:gd name="T2" fmla="*/ 424 w 424"/>
              <a:gd name="T3" fmla="*/ 406 h 406"/>
              <a:gd name="T4" fmla="*/ 0 w 424"/>
              <a:gd name="T5" fmla="*/ 406 h 406"/>
              <a:gd name="T6" fmla="*/ 0 w 424"/>
              <a:gd name="T7" fmla="*/ 0 h 406"/>
              <a:gd name="T8" fmla="*/ 276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276" y="0"/>
                </a:moveTo>
                <a:lnTo>
                  <a:pt x="424" y="406"/>
                </a:lnTo>
                <a:lnTo>
                  <a:pt x="0" y="406"/>
                </a:lnTo>
                <a:lnTo>
                  <a:pt x="0" y="0"/>
                </a:lnTo>
                <a:lnTo>
                  <a:pt x="27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9" name="Freeform 225">
            <a:extLst>
              <a:ext uri="{FF2B5EF4-FFF2-40B4-BE49-F238E27FC236}">
                <a16:creationId xmlns:a16="http://schemas.microsoft.com/office/drawing/2014/main" id="{028245AA-4A90-410F-BB6B-5768BC793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5613" y="7940675"/>
            <a:ext cx="911225" cy="644525"/>
          </a:xfrm>
          <a:custGeom>
            <a:avLst/>
            <a:gdLst>
              <a:gd name="T0" fmla="*/ 276 w 574"/>
              <a:gd name="T1" fmla="*/ 0 h 406"/>
              <a:gd name="T2" fmla="*/ 574 w 574"/>
              <a:gd name="T3" fmla="*/ 406 h 406"/>
              <a:gd name="T4" fmla="*/ 150 w 574"/>
              <a:gd name="T5" fmla="*/ 406 h 406"/>
              <a:gd name="T6" fmla="*/ 0 w 574"/>
              <a:gd name="T7" fmla="*/ 0 h 406"/>
              <a:gd name="T8" fmla="*/ 276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276" y="0"/>
                </a:moveTo>
                <a:lnTo>
                  <a:pt x="574" y="406"/>
                </a:lnTo>
                <a:lnTo>
                  <a:pt x="150" y="406"/>
                </a:lnTo>
                <a:lnTo>
                  <a:pt x="0" y="0"/>
                </a:lnTo>
                <a:lnTo>
                  <a:pt x="276" y="0"/>
                </a:lnTo>
                <a:close/>
              </a:path>
            </a:pathLst>
          </a:custGeom>
          <a:solidFill>
            <a:srgbClr val="F868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0" name="Freeform 226">
            <a:extLst>
              <a:ext uri="{FF2B5EF4-FFF2-40B4-BE49-F238E27FC236}">
                <a16:creationId xmlns:a16="http://schemas.microsoft.com/office/drawing/2014/main" id="{F0AFD335-B2C7-46FB-89D5-78A9FD483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5613" y="7940675"/>
            <a:ext cx="911225" cy="644525"/>
          </a:xfrm>
          <a:custGeom>
            <a:avLst/>
            <a:gdLst>
              <a:gd name="T0" fmla="*/ 276 w 574"/>
              <a:gd name="T1" fmla="*/ 0 h 406"/>
              <a:gd name="T2" fmla="*/ 574 w 574"/>
              <a:gd name="T3" fmla="*/ 406 h 406"/>
              <a:gd name="T4" fmla="*/ 150 w 574"/>
              <a:gd name="T5" fmla="*/ 406 h 406"/>
              <a:gd name="T6" fmla="*/ 0 w 574"/>
              <a:gd name="T7" fmla="*/ 0 h 406"/>
              <a:gd name="T8" fmla="*/ 276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276" y="0"/>
                </a:moveTo>
                <a:lnTo>
                  <a:pt x="574" y="406"/>
                </a:lnTo>
                <a:lnTo>
                  <a:pt x="150" y="406"/>
                </a:lnTo>
                <a:lnTo>
                  <a:pt x="0" y="0"/>
                </a:lnTo>
                <a:lnTo>
                  <a:pt x="27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1" name="Freeform 228">
            <a:extLst>
              <a:ext uri="{FF2B5EF4-FFF2-40B4-BE49-F238E27FC236}">
                <a16:creationId xmlns:a16="http://schemas.microsoft.com/office/drawing/2014/main" id="{7177F5AE-3BD8-45D4-9963-FC21A15F7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73463" y="7940675"/>
            <a:ext cx="911225" cy="644525"/>
          </a:xfrm>
          <a:custGeom>
            <a:avLst/>
            <a:gdLst>
              <a:gd name="T0" fmla="*/ 574 w 574"/>
              <a:gd name="T1" fmla="*/ 0 h 406"/>
              <a:gd name="T2" fmla="*/ 298 w 574"/>
              <a:gd name="T3" fmla="*/ 0 h 406"/>
              <a:gd name="T4" fmla="*/ 0 w 574"/>
              <a:gd name="T5" fmla="*/ 406 h 406"/>
              <a:gd name="T6" fmla="*/ 424 w 574"/>
              <a:gd name="T7" fmla="*/ 406 h 406"/>
              <a:gd name="T8" fmla="*/ 574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574" y="0"/>
                </a:moveTo>
                <a:lnTo>
                  <a:pt x="298" y="0"/>
                </a:lnTo>
                <a:lnTo>
                  <a:pt x="0" y="406"/>
                </a:lnTo>
                <a:lnTo>
                  <a:pt x="424" y="406"/>
                </a:lnTo>
                <a:lnTo>
                  <a:pt x="57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2" name="Freeform 230">
            <a:extLst>
              <a:ext uri="{FF2B5EF4-FFF2-40B4-BE49-F238E27FC236}">
                <a16:creationId xmlns:a16="http://schemas.microsoft.com/office/drawing/2014/main" id="{043ABF94-BFA5-4FEC-B414-64F4710EB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06888" y="7940675"/>
            <a:ext cx="673100" cy="644525"/>
          </a:xfrm>
          <a:custGeom>
            <a:avLst/>
            <a:gdLst>
              <a:gd name="T0" fmla="*/ 424 w 424"/>
              <a:gd name="T1" fmla="*/ 0 h 406"/>
              <a:gd name="T2" fmla="*/ 148 w 424"/>
              <a:gd name="T3" fmla="*/ 0 h 406"/>
              <a:gd name="T4" fmla="*/ 0 w 424"/>
              <a:gd name="T5" fmla="*/ 406 h 406"/>
              <a:gd name="T6" fmla="*/ 424 w 424"/>
              <a:gd name="T7" fmla="*/ 406 h 406"/>
              <a:gd name="T8" fmla="*/ 424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424" y="0"/>
                </a:moveTo>
                <a:lnTo>
                  <a:pt x="148" y="0"/>
                </a:lnTo>
                <a:lnTo>
                  <a:pt x="0" y="406"/>
                </a:lnTo>
                <a:lnTo>
                  <a:pt x="424" y="406"/>
                </a:lnTo>
                <a:lnTo>
                  <a:pt x="42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3" name="Freeform 232">
            <a:extLst>
              <a:ext uri="{FF2B5EF4-FFF2-40B4-BE49-F238E27FC236}">
                <a16:creationId xmlns:a16="http://schemas.microsoft.com/office/drawing/2014/main" id="{25758F78-068C-43C1-B566-4338C584A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0313" y="7940675"/>
            <a:ext cx="673100" cy="644525"/>
          </a:xfrm>
          <a:custGeom>
            <a:avLst/>
            <a:gdLst>
              <a:gd name="T0" fmla="*/ 276 w 424"/>
              <a:gd name="T1" fmla="*/ 0 h 406"/>
              <a:gd name="T2" fmla="*/ 0 w 424"/>
              <a:gd name="T3" fmla="*/ 0 h 406"/>
              <a:gd name="T4" fmla="*/ 0 w 424"/>
              <a:gd name="T5" fmla="*/ 406 h 406"/>
              <a:gd name="T6" fmla="*/ 424 w 424"/>
              <a:gd name="T7" fmla="*/ 406 h 406"/>
              <a:gd name="T8" fmla="*/ 276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276" y="0"/>
                </a:moveTo>
                <a:lnTo>
                  <a:pt x="0" y="0"/>
                </a:lnTo>
                <a:lnTo>
                  <a:pt x="0" y="406"/>
                </a:lnTo>
                <a:lnTo>
                  <a:pt x="424" y="406"/>
                </a:lnTo>
                <a:lnTo>
                  <a:pt x="27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4" name="Freeform 234">
            <a:extLst>
              <a:ext uri="{FF2B5EF4-FFF2-40B4-BE49-F238E27FC236}">
                <a16:creationId xmlns:a16="http://schemas.microsoft.com/office/drawing/2014/main" id="{804DC617-FC9F-4825-8F0F-BFB2D39F9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5613" y="7940675"/>
            <a:ext cx="911225" cy="644525"/>
          </a:xfrm>
          <a:custGeom>
            <a:avLst/>
            <a:gdLst>
              <a:gd name="T0" fmla="*/ 276 w 574"/>
              <a:gd name="T1" fmla="*/ 0 h 406"/>
              <a:gd name="T2" fmla="*/ 0 w 574"/>
              <a:gd name="T3" fmla="*/ 0 h 406"/>
              <a:gd name="T4" fmla="*/ 150 w 574"/>
              <a:gd name="T5" fmla="*/ 406 h 406"/>
              <a:gd name="T6" fmla="*/ 574 w 574"/>
              <a:gd name="T7" fmla="*/ 406 h 406"/>
              <a:gd name="T8" fmla="*/ 276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276" y="0"/>
                </a:moveTo>
                <a:lnTo>
                  <a:pt x="0" y="0"/>
                </a:lnTo>
                <a:lnTo>
                  <a:pt x="150" y="406"/>
                </a:lnTo>
                <a:lnTo>
                  <a:pt x="574" y="406"/>
                </a:lnTo>
                <a:lnTo>
                  <a:pt x="276" y="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Freeform 259">
            <a:extLst>
              <a:ext uri="{FF2B5EF4-FFF2-40B4-BE49-F238E27FC236}">
                <a16:creationId xmlns:a16="http://schemas.microsoft.com/office/drawing/2014/main" id="{004D77D8-2993-456D-BDA4-65942F8B4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40188" y="6953250"/>
            <a:ext cx="444500" cy="987425"/>
          </a:xfrm>
          <a:custGeom>
            <a:avLst/>
            <a:gdLst>
              <a:gd name="T0" fmla="*/ 280 w 280"/>
              <a:gd name="T1" fmla="*/ 170 h 622"/>
              <a:gd name="T2" fmla="*/ 280 w 280"/>
              <a:gd name="T3" fmla="*/ 622 h 622"/>
              <a:gd name="T4" fmla="*/ 0 w 280"/>
              <a:gd name="T5" fmla="*/ 622 h 622"/>
              <a:gd name="T6" fmla="*/ 0 w 280"/>
              <a:gd name="T7" fmla="*/ 170 h 622"/>
              <a:gd name="T8" fmla="*/ 138 w 280"/>
              <a:gd name="T9" fmla="*/ 0 h 622"/>
              <a:gd name="T10" fmla="*/ 280 w 280"/>
              <a:gd name="T11" fmla="*/ 170 h 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0" h="622">
                <a:moveTo>
                  <a:pt x="280" y="170"/>
                </a:moveTo>
                <a:lnTo>
                  <a:pt x="280" y="622"/>
                </a:lnTo>
                <a:lnTo>
                  <a:pt x="0" y="622"/>
                </a:lnTo>
                <a:lnTo>
                  <a:pt x="0" y="170"/>
                </a:lnTo>
                <a:lnTo>
                  <a:pt x="138" y="0"/>
                </a:lnTo>
                <a:lnTo>
                  <a:pt x="280" y="17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7" name="Freeform 261">
            <a:extLst>
              <a:ext uri="{FF2B5EF4-FFF2-40B4-BE49-F238E27FC236}">
                <a16:creationId xmlns:a16="http://schemas.microsoft.com/office/drawing/2014/main" id="{DE3526F7-1FC1-43DC-8033-ECCA83FA8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0313" y="7112000"/>
            <a:ext cx="438150" cy="828675"/>
          </a:xfrm>
          <a:custGeom>
            <a:avLst/>
            <a:gdLst>
              <a:gd name="T0" fmla="*/ 276 w 276"/>
              <a:gd name="T1" fmla="*/ 168 h 522"/>
              <a:gd name="T2" fmla="*/ 276 w 276"/>
              <a:gd name="T3" fmla="*/ 522 h 522"/>
              <a:gd name="T4" fmla="*/ 0 w 276"/>
              <a:gd name="T5" fmla="*/ 522 h 522"/>
              <a:gd name="T6" fmla="*/ 0 w 276"/>
              <a:gd name="T7" fmla="*/ 168 h 522"/>
              <a:gd name="T8" fmla="*/ 136 w 276"/>
              <a:gd name="T9" fmla="*/ 0 h 522"/>
              <a:gd name="T10" fmla="*/ 276 w 276"/>
              <a:gd name="T11" fmla="*/ 168 h 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6" h="522">
                <a:moveTo>
                  <a:pt x="276" y="168"/>
                </a:moveTo>
                <a:lnTo>
                  <a:pt x="276" y="522"/>
                </a:lnTo>
                <a:lnTo>
                  <a:pt x="0" y="522"/>
                </a:lnTo>
                <a:lnTo>
                  <a:pt x="0" y="168"/>
                </a:lnTo>
                <a:lnTo>
                  <a:pt x="136" y="0"/>
                </a:lnTo>
                <a:lnTo>
                  <a:pt x="276" y="1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8" name="Freeform 262">
            <a:extLst>
              <a:ext uri="{FF2B5EF4-FFF2-40B4-BE49-F238E27FC236}">
                <a16:creationId xmlns:a16="http://schemas.microsoft.com/office/drawing/2014/main" id="{943BA2DF-90EB-4EA3-92BD-E3B5C1186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5613" y="6823075"/>
            <a:ext cx="438150" cy="1117600"/>
          </a:xfrm>
          <a:custGeom>
            <a:avLst/>
            <a:gdLst>
              <a:gd name="T0" fmla="*/ 276 w 276"/>
              <a:gd name="T1" fmla="*/ 170 h 704"/>
              <a:gd name="T2" fmla="*/ 276 w 276"/>
              <a:gd name="T3" fmla="*/ 704 h 704"/>
              <a:gd name="T4" fmla="*/ 0 w 276"/>
              <a:gd name="T5" fmla="*/ 704 h 704"/>
              <a:gd name="T6" fmla="*/ 0 w 276"/>
              <a:gd name="T7" fmla="*/ 170 h 704"/>
              <a:gd name="T8" fmla="*/ 138 w 276"/>
              <a:gd name="T9" fmla="*/ 0 h 704"/>
              <a:gd name="T10" fmla="*/ 276 w 276"/>
              <a:gd name="T11" fmla="*/ 170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6" h="704">
                <a:moveTo>
                  <a:pt x="276" y="170"/>
                </a:moveTo>
                <a:lnTo>
                  <a:pt x="276" y="704"/>
                </a:lnTo>
                <a:lnTo>
                  <a:pt x="0" y="704"/>
                </a:lnTo>
                <a:lnTo>
                  <a:pt x="0" y="170"/>
                </a:lnTo>
                <a:lnTo>
                  <a:pt x="138" y="0"/>
                </a:lnTo>
                <a:lnTo>
                  <a:pt x="276" y="1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8" name="Freeform 227">
            <a:extLst>
              <a:ext uri="{FF2B5EF4-FFF2-40B4-BE49-F238E27FC236}">
                <a16:creationId xmlns:a16="http://schemas.microsoft.com/office/drawing/2014/main" id="{38686268-A165-4BAD-A924-49024B847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75293" y="7934324"/>
            <a:ext cx="911225" cy="644525"/>
          </a:xfrm>
          <a:custGeom>
            <a:avLst/>
            <a:gdLst>
              <a:gd name="T0" fmla="*/ 574 w 574"/>
              <a:gd name="T1" fmla="*/ 0 h 406"/>
              <a:gd name="T2" fmla="*/ 298 w 574"/>
              <a:gd name="T3" fmla="*/ 0 h 406"/>
              <a:gd name="T4" fmla="*/ 0 w 574"/>
              <a:gd name="T5" fmla="*/ 406 h 406"/>
              <a:gd name="T6" fmla="*/ 424 w 574"/>
              <a:gd name="T7" fmla="*/ 406 h 406"/>
              <a:gd name="T8" fmla="*/ 574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574" y="0"/>
                </a:moveTo>
                <a:lnTo>
                  <a:pt x="298" y="0"/>
                </a:lnTo>
                <a:lnTo>
                  <a:pt x="0" y="406"/>
                </a:lnTo>
                <a:lnTo>
                  <a:pt x="424" y="406"/>
                </a:lnTo>
                <a:lnTo>
                  <a:pt x="574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9" name="Freeform 229">
            <a:extLst>
              <a:ext uri="{FF2B5EF4-FFF2-40B4-BE49-F238E27FC236}">
                <a16:creationId xmlns:a16="http://schemas.microsoft.com/office/drawing/2014/main" id="{40BB3A15-3FBC-4DBE-A29F-E4AC83390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08718" y="7934324"/>
            <a:ext cx="673100" cy="644525"/>
          </a:xfrm>
          <a:custGeom>
            <a:avLst/>
            <a:gdLst>
              <a:gd name="T0" fmla="*/ 424 w 424"/>
              <a:gd name="T1" fmla="*/ 0 h 406"/>
              <a:gd name="T2" fmla="*/ 148 w 424"/>
              <a:gd name="T3" fmla="*/ 0 h 406"/>
              <a:gd name="T4" fmla="*/ 0 w 424"/>
              <a:gd name="T5" fmla="*/ 406 h 406"/>
              <a:gd name="T6" fmla="*/ 424 w 424"/>
              <a:gd name="T7" fmla="*/ 406 h 406"/>
              <a:gd name="T8" fmla="*/ 424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424" y="0"/>
                </a:moveTo>
                <a:lnTo>
                  <a:pt x="148" y="0"/>
                </a:lnTo>
                <a:lnTo>
                  <a:pt x="0" y="406"/>
                </a:lnTo>
                <a:lnTo>
                  <a:pt x="424" y="406"/>
                </a:lnTo>
                <a:lnTo>
                  <a:pt x="424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0" name="Freeform 231">
            <a:extLst>
              <a:ext uri="{FF2B5EF4-FFF2-40B4-BE49-F238E27FC236}">
                <a16:creationId xmlns:a16="http://schemas.microsoft.com/office/drawing/2014/main" id="{AC456C42-B52D-4D0D-B933-9C5AE13B1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2143" y="7934324"/>
            <a:ext cx="673100" cy="644525"/>
          </a:xfrm>
          <a:custGeom>
            <a:avLst/>
            <a:gdLst>
              <a:gd name="T0" fmla="*/ 276 w 424"/>
              <a:gd name="T1" fmla="*/ 0 h 406"/>
              <a:gd name="T2" fmla="*/ 0 w 424"/>
              <a:gd name="T3" fmla="*/ 0 h 406"/>
              <a:gd name="T4" fmla="*/ 0 w 424"/>
              <a:gd name="T5" fmla="*/ 406 h 406"/>
              <a:gd name="T6" fmla="*/ 424 w 424"/>
              <a:gd name="T7" fmla="*/ 406 h 406"/>
              <a:gd name="T8" fmla="*/ 276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276" y="0"/>
                </a:moveTo>
                <a:lnTo>
                  <a:pt x="0" y="0"/>
                </a:lnTo>
                <a:lnTo>
                  <a:pt x="0" y="406"/>
                </a:lnTo>
                <a:lnTo>
                  <a:pt x="424" y="406"/>
                </a:lnTo>
                <a:lnTo>
                  <a:pt x="276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1" name="Freeform 233">
            <a:extLst>
              <a:ext uri="{FF2B5EF4-FFF2-40B4-BE49-F238E27FC236}">
                <a16:creationId xmlns:a16="http://schemas.microsoft.com/office/drawing/2014/main" id="{18DEB8A4-332F-482A-B97B-D3B3453AE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7443" y="7934324"/>
            <a:ext cx="911225" cy="644525"/>
          </a:xfrm>
          <a:custGeom>
            <a:avLst/>
            <a:gdLst>
              <a:gd name="T0" fmla="*/ 276 w 574"/>
              <a:gd name="T1" fmla="*/ 0 h 406"/>
              <a:gd name="T2" fmla="*/ 0 w 574"/>
              <a:gd name="T3" fmla="*/ 0 h 406"/>
              <a:gd name="T4" fmla="*/ 150 w 574"/>
              <a:gd name="T5" fmla="*/ 406 h 406"/>
              <a:gd name="T6" fmla="*/ 574 w 574"/>
              <a:gd name="T7" fmla="*/ 406 h 406"/>
              <a:gd name="T8" fmla="*/ 276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276" y="0"/>
                </a:moveTo>
                <a:lnTo>
                  <a:pt x="0" y="0"/>
                </a:lnTo>
                <a:lnTo>
                  <a:pt x="150" y="406"/>
                </a:lnTo>
                <a:lnTo>
                  <a:pt x="574" y="406"/>
                </a:lnTo>
                <a:lnTo>
                  <a:pt x="276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7" name="Title 236" hidden="1">
            <a:extLst>
              <a:ext uri="{FF2B5EF4-FFF2-40B4-BE49-F238E27FC236}">
                <a16:creationId xmlns:a16="http://schemas.microsoft.com/office/drawing/2014/main" id="{80B59A44-5C57-4F77-A6C4-8DE5F512C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2</a:t>
            </a:r>
          </a:p>
        </p:txBody>
      </p:sp>
    </p:spTree>
    <p:extLst>
      <p:ext uri="{BB962C8B-B14F-4D97-AF65-F5344CB8AC3E}">
        <p14:creationId xmlns:p14="http://schemas.microsoft.com/office/powerpoint/2010/main" val="3456297610"/>
      </p:ext>
    </p:extLst>
  </p:cSld>
  <p:clrMapOvr>
    <a:masterClrMapping/>
  </p:clrMapOvr>
</p:sld>
</file>

<file path=ppt/theme/theme1.xml><?xml version="1.0" encoding="utf-8"?>
<a:theme xmlns:a="http://schemas.openxmlformats.org/drawingml/2006/main" name="06_Elements">
  <a:themeElements>
    <a:clrScheme name="Custom 1">
      <a:dk1>
        <a:srgbClr val="999999"/>
      </a:dk1>
      <a:lt1>
        <a:srgbClr val="FFFFFF"/>
      </a:lt1>
      <a:dk2>
        <a:srgbClr val="000000"/>
      </a:dk2>
      <a:lt2>
        <a:srgbClr val="C1272D"/>
      </a:lt2>
      <a:accent1>
        <a:srgbClr val="F8682C"/>
      </a:accent1>
      <a:accent2>
        <a:srgbClr val="FFC300"/>
      </a:accent2>
      <a:accent3>
        <a:srgbClr val="91C300"/>
      </a:accent3>
      <a:accent4>
        <a:srgbClr val="00B4F1"/>
      </a:accent4>
      <a:accent5>
        <a:srgbClr val="E6E6E6"/>
      </a:accent5>
      <a:accent6>
        <a:srgbClr val="007E59"/>
      </a:accent6>
      <a:hlink>
        <a:srgbClr val="29ABE2"/>
      </a:hlink>
      <a:folHlink>
        <a:srgbClr val="29ABE2"/>
      </a:folHlink>
    </a:clrScheme>
    <a:fontScheme name="Custom 1">
      <a:majorFont>
        <a:latin typeface="Century Gothic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23236567_Infographic shapes_RVA_v4.potx" id="{BB86E56C-A35A-4F75-9A63-B3F8D757F3F3}" vid="{FFF032B6-16EC-45D4-B3CF-489335FDB5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7f9b5e87859ce6d7eedbdc6e4e4205c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5e0075ee7624d6a846e01eb6183742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B69A53-1820-43AA-A52A-382EAE5846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CEDE06-F0B7-4D91-A20E-4C31B93AC2A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66A6DF2-6F47-4805-BEA9-87A45BE067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TF23236567</Template>
  <TotalTime>0</TotalTime>
  <Words>5</Words>
  <Application>Microsoft Office PowerPoint</Application>
  <PresentationFormat>On-screen Show 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06_Elements</vt:lpstr>
      <vt:lpstr>INFOGRAPHIC ELEMENTS:</vt:lpstr>
      <vt:lpstr>Title</vt:lpstr>
      <vt:lpstr>Title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2026-10-03T23:20:22Z</dcterms:created>
  <dcterms:modified xsi:type="dcterms:W3CDTF">2026-10-03T23:20:34Z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