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20"/>
  </p:notesMasterIdLst>
  <p:handoutMasterIdLst>
    <p:handoutMasterId r:id="rId21"/>
  </p:handoutMasterIdLst>
  <p:sldIdLst>
    <p:sldId id="281" r:id="rId5"/>
    <p:sldId id="284" r:id="rId6"/>
    <p:sldId id="283" r:id="rId7"/>
    <p:sldId id="270" r:id="rId8"/>
    <p:sldId id="271" r:id="rId9"/>
    <p:sldId id="272" r:id="rId10"/>
    <p:sldId id="280" r:id="rId11"/>
    <p:sldId id="273" r:id="rId12"/>
    <p:sldId id="274" r:id="rId13"/>
    <p:sldId id="275" r:id="rId14"/>
    <p:sldId id="276" r:id="rId15"/>
    <p:sldId id="277" r:id="rId16"/>
    <p:sldId id="278" r:id="rId17"/>
    <p:sldId id="279" r:id="rId18"/>
    <p:sldId id="282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EEF"/>
    <a:srgbClr val="FFFDDD"/>
    <a:srgbClr val="FFFCB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9D7B26C5-4107-4FEC-AEDC-1716B250A1EF}"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295" autoAdjust="0"/>
    <p:restoredTop sz="94694" autoAdjust="0"/>
  </p:normalViewPr>
  <p:slideViewPr>
    <p:cSldViewPr snapToGrid="0">
      <p:cViewPr>
        <p:scale>
          <a:sx n="100" d="100"/>
          <a:sy n="100" d="100"/>
        </p:scale>
        <p:origin x="-10" y="-533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50" d="100"/>
          <a:sy n="50" d="100"/>
        </p:scale>
        <p:origin x="3403" y="33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customXml" Target="../customXml/item3.xml"/><Relationship Id="rId21" Type="http://schemas.openxmlformats.org/officeDocument/2006/relationships/handoutMaster" Target="handoutMasters/handoutMaster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notesMaster" Target="notesMasters/notes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CA5E5A1F-2D51-4F2D-9E16-7EDE95215742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45BA742-A5C9-46A1-B02A-D79E7CB705BC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9712DAA-423A-4434-829E-E64EFA6FA1C4}" type="datetimeFigureOut">
              <a:rPr lang="en-US" smtClean="0"/>
              <a:t>10/3/2026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3D5A972-D40B-450E-BB52-14D5BE88C825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B579FB9-6F31-4650-B3F6-FB48CF20E2AF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90EAEF8-9B2C-4019-BB81-A1E30735073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8764997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A29B503-A66B-4EF3-9EAB-F636AFE426B5}" type="datetimeFigureOut">
              <a:rPr lang="en-US" smtClean="0"/>
              <a:t>10/3/2026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ADFD787-E884-416E-B2A4-1A466FE585E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344487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DFD787-E884-416E-B2A4-1A466FE585EE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9149818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DFD787-E884-416E-B2A4-1A466FE585EE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9722199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DFD787-E884-416E-B2A4-1A466FE585EE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2504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DFD787-E884-416E-B2A4-1A466FE585EE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2824271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DFD787-E884-416E-B2A4-1A466FE585EE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8554976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DFD787-E884-416E-B2A4-1A466FE585EE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722122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DFD787-E884-416E-B2A4-1A466FE585EE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5255201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DFD787-E884-416E-B2A4-1A466FE585EE}" type="slidenum">
              <a:rPr lang="en-US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2130122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DFD787-E884-416E-B2A4-1A466FE585EE}" type="slidenum">
              <a:rPr lang="en-US" smtClean="0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2897685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DFD787-E884-416E-B2A4-1A466FE585EE}" type="slidenum">
              <a:rPr lang="en-US" smtClean="0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936922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DFD787-E884-416E-B2A4-1A466FE585EE}" type="slidenum">
              <a:rPr lang="en-US" smtClean="0"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2001674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DFD787-E884-416E-B2A4-1A466FE585EE}" type="slidenum">
              <a:rPr lang="en-US" smtClean="0"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2981327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DFD787-E884-416E-B2A4-1A466FE585EE}" type="slidenum">
              <a:rPr lang="en-US" smtClean="0"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277121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DFD787-E884-416E-B2A4-1A466FE585EE}" type="slidenum">
              <a:rPr lang="en-US" smtClean="0"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0157558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DFD787-E884-416E-B2A4-1A466FE585EE}" type="slidenum">
              <a:rPr lang="en-US" smtClean="0"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742041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 descr="A picture containing wall, ground, building&#10;&#10;Description automatically generated">
            <a:extLst>
              <a:ext uri="{FF2B5EF4-FFF2-40B4-BE49-F238E27FC236}">
                <a16:creationId xmlns:a16="http://schemas.microsoft.com/office/drawing/2014/main" id="{A820C4ED-4BF8-4533-AB64-BDA405D03DC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58000 h 6858000"/>
              <a:gd name="connsiteX3" fmla="*/ 0 w 1219200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F1677E33-24D0-46C7-8AE0-A8F299E93C92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alpha val="5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818C6A1-CD0C-4D36-9F19-C17DCAF6648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349706" y="1373570"/>
            <a:ext cx="3844506" cy="2387600"/>
          </a:xfrm>
        </p:spPr>
        <p:txBody>
          <a:bodyPr anchor="b">
            <a:normAutofit/>
          </a:bodyPr>
          <a:lstStyle>
            <a:lvl1pPr algn="l">
              <a:defRPr sz="4000" b="1" spc="-150"/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F0A75ED-ED9B-412E-A0AE-A48440CF0D6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349706" y="3853245"/>
            <a:ext cx="3844506" cy="814514"/>
          </a:xfrm>
        </p:spPr>
        <p:txBody>
          <a:bodyPr/>
          <a:lstStyle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noProof="0"/>
              <a:t>Click to edit Master subtitle style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81FBF22F-E39E-4D88-9509-F35CFD6CA377}"/>
              </a:ext>
            </a:extLst>
          </p:cNvPr>
          <p:cNvGrpSpPr/>
          <p:nvPr userDrawn="1"/>
        </p:nvGrpSpPr>
        <p:grpSpPr>
          <a:xfrm>
            <a:off x="542568" y="1216037"/>
            <a:ext cx="6480000" cy="4425927"/>
            <a:chOff x="1352316" y="189000"/>
            <a:chExt cx="9487368" cy="6480000"/>
          </a:xfrm>
        </p:grpSpPr>
        <p:sp>
          <p:nvSpPr>
            <p:cNvPr id="10" name="Rectangle: Rounded Corners 9">
              <a:extLst>
                <a:ext uri="{FF2B5EF4-FFF2-40B4-BE49-F238E27FC236}">
                  <a16:creationId xmlns:a16="http://schemas.microsoft.com/office/drawing/2014/main" id="{16B1E8D7-8D23-4E0C-8725-D14F6DCA4DFC}"/>
                </a:ext>
              </a:extLst>
            </p:cNvPr>
            <p:cNvSpPr>
              <a:spLocks/>
            </p:cNvSpPr>
            <p:nvPr userDrawn="1"/>
          </p:nvSpPr>
          <p:spPr>
            <a:xfrm>
              <a:off x="1352316" y="189000"/>
              <a:ext cx="9487368" cy="6480000"/>
            </a:xfrm>
            <a:prstGeom prst="roundRect">
              <a:avLst>
                <a:gd name="adj" fmla="val 305"/>
              </a:avLst>
            </a:prstGeom>
            <a:solidFill>
              <a:schemeClr val="tx1">
                <a:lumMod val="85000"/>
                <a:lumOff val="15000"/>
              </a:schemeClr>
            </a:solidFill>
            <a:ln w="0">
              <a:noFill/>
            </a:ln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  <a:scene3d>
              <a:camera prst="orthographicFront"/>
              <a:lightRig rig="threePt" dir="t"/>
            </a:scene3d>
            <a:sp3d>
              <a:bevelT w="825500" h="107950" prst="hardEdge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1" name="Rectangle: Rounded Corners 10">
              <a:extLst>
                <a:ext uri="{FF2B5EF4-FFF2-40B4-BE49-F238E27FC236}">
                  <a16:creationId xmlns:a16="http://schemas.microsoft.com/office/drawing/2014/main" id="{21E7761A-9D73-473E-8EA4-9DFD467C9621}"/>
                </a:ext>
              </a:extLst>
            </p:cNvPr>
            <p:cNvSpPr>
              <a:spLocks/>
            </p:cNvSpPr>
            <p:nvPr userDrawn="1"/>
          </p:nvSpPr>
          <p:spPr>
            <a:xfrm>
              <a:off x="1664303" y="549000"/>
              <a:ext cx="8863394" cy="5760000"/>
            </a:xfrm>
            <a:prstGeom prst="roundRect">
              <a:avLst>
                <a:gd name="adj" fmla="val 447"/>
              </a:avLst>
            </a:prstGeom>
            <a:solidFill>
              <a:schemeClr val="bg1">
                <a:lumMod val="95000"/>
              </a:schemeClr>
            </a:solidFill>
            <a:ln w="0">
              <a:noFill/>
            </a:ln>
            <a:effectLst>
              <a:innerShdw blurRad="88900" dist="76200" dir="18900000">
                <a:prstClr val="black">
                  <a:alpha val="23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BA24218F-E684-4890-9342-9FFE671F98B6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1047501" y="1780682"/>
            <a:ext cx="5470138" cy="3296636"/>
          </a:xfrm>
          <a:custGeom>
            <a:avLst/>
            <a:gdLst>
              <a:gd name="connsiteX0" fmla="*/ 0 w 6173537"/>
              <a:gd name="connsiteY0" fmla="*/ 0 h 3199680"/>
              <a:gd name="connsiteX1" fmla="*/ 6173537 w 6173537"/>
              <a:gd name="connsiteY1" fmla="*/ 0 h 3199680"/>
              <a:gd name="connsiteX2" fmla="*/ 6173537 w 6173537"/>
              <a:gd name="connsiteY2" fmla="*/ 3199680 h 3199680"/>
              <a:gd name="connsiteX3" fmla="*/ 0 w 6173537"/>
              <a:gd name="connsiteY3" fmla="*/ 3199680 h 31996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173537" h="3199680">
                <a:moveTo>
                  <a:pt x="0" y="0"/>
                </a:moveTo>
                <a:lnTo>
                  <a:pt x="6173537" y="0"/>
                </a:lnTo>
                <a:lnTo>
                  <a:pt x="6173537" y="3199680"/>
                </a:lnTo>
                <a:lnTo>
                  <a:pt x="0" y="3199680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effectLst>
            <a:innerShdw blurRad="25400" dist="25400" dir="18900000">
              <a:prstClr val="black">
                <a:alpha val="20000"/>
              </a:prstClr>
            </a:innerShdw>
          </a:effectLst>
        </p:spPr>
        <p:txBody>
          <a:bodyPr wrap="square" anchor="ctr">
            <a:noAutofit/>
          </a:bodyPr>
          <a:lstStyle>
            <a:lvl1pPr marL="0" indent="0" algn="ctr">
              <a:buNone/>
              <a:defRPr sz="1800" i="1"/>
            </a:lvl1pPr>
          </a:lstStyle>
          <a:p>
            <a:r>
              <a:rPr lang="en-US" noProof="0" dirty="0"/>
              <a:t>Drag &amp; Drop or Insert your picture here</a:t>
            </a:r>
          </a:p>
        </p:txBody>
      </p:sp>
      <p:sp>
        <p:nvSpPr>
          <p:cNvPr id="14" name="Date Placeholder 13">
            <a:extLst>
              <a:ext uri="{FF2B5EF4-FFF2-40B4-BE49-F238E27FC236}">
                <a16:creationId xmlns:a16="http://schemas.microsoft.com/office/drawing/2014/main" id="{CE59B667-9C0F-4414-97CE-38A3CF329558}"/>
              </a:ext>
            </a:extLst>
          </p:cNvPr>
          <p:cNvSpPr>
            <a:spLocks noGrp="1"/>
          </p:cNvSpPr>
          <p:nvPr>
            <p:ph type="dt" sz="half" idx="11"/>
          </p:nvPr>
        </p:nvSpPr>
        <p:spPr>
          <a:xfrm>
            <a:off x="7349706" y="5352881"/>
            <a:ext cx="3844506" cy="249385"/>
          </a:xfrm>
        </p:spPr>
        <p:txBody>
          <a:bodyPr/>
          <a:lstStyle/>
          <a:p>
            <a:fld id="{F296C286-92E1-4691-B9D8-295BA932779C}" type="datetimeFigureOut">
              <a:rPr lang="en-US" noProof="0" smtClean="0"/>
              <a:t>10/3/2026</a:t>
            </a:fld>
            <a:endParaRPr lang="en-US" noProof="0" dirty="0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1F3091EE-B437-4C98-88CF-8992CB8C41A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350125" y="4976130"/>
            <a:ext cx="3843338" cy="303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noProof="0"/>
              <a:t>Artist / Gallery Name</a:t>
            </a:r>
          </a:p>
        </p:txBody>
      </p:sp>
    </p:spTree>
    <p:extLst>
      <p:ext uri="{BB962C8B-B14F-4D97-AF65-F5344CB8AC3E}">
        <p14:creationId xmlns:p14="http://schemas.microsoft.com/office/powerpoint/2010/main" val="31126000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Concre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A picture containing wall, ground, building&#10;&#10;Description automatically generated">
            <a:extLst>
              <a:ext uri="{FF2B5EF4-FFF2-40B4-BE49-F238E27FC236}">
                <a16:creationId xmlns:a16="http://schemas.microsoft.com/office/drawing/2014/main" id="{9CEDB5B7-3945-440B-A0AD-95179574F69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58000 h 6858000"/>
              <a:gd name="connsiteX3" fmla="*/ 0 w 1219200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F27E19E8-AE1F-4B38-97D4-16BFF072EB28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alpha val="5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4729C17-380A-4800-A187-0E22C674E1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31325" y="2450444"/>
            <a:ext cx="6951720" cy="1771325"/>
          </a:xfrm>
        </p:spPr>
        <p:txBody>
          <a:bodyPr anchor="b">
            <a:normAutofit/>
          </a:bodyPr>
          <a:lstStyle>
            <a:lvl1pPr algn="l">
              <a:defRPr sz="4000" b="1" spc="-150">
                <a:solidFill>
                  <a:schemeClr val="tx1"/>
                </a:solidFill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6059B39-A9FA-4822-B848-FF5C88B958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131325" y="4379993"/>
            <a:ext cx="6951720" cy="931498"/>
          </a:xfrm>
        </p:spPr>
        <p:txBody>
          <a:bodyPr/>
          <a:lstStyle>
            <a:lvl1pPr marL="0" indent="0" algn="l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2523BBA6-8A70-4A66-8734-DCF1D57CBFB2}"/>
              </a:ext>
            </a:extLst>
          </p:cNvPr>
          <p:cNvSpPr>
            <a:spLocks/>
          </p:cNvSpPr>
          <p:nvPr userDrawn="1"/>
        </p:nvSpPr>
        <p:spPr>
          <a:xfrm>
            <a:off x="747085" y="1917516"/>
            <a:ext cx="3022968" cy="3022968"/>
          </a:xfrm>
          <a:prstGeom prst="roundRect">
            <a:avLst>
              <a:gd name="adj" fmla="val 305"/>
            </a:avLst>
          </a:prstGeom>
          <a:solidFill>
            <a:schemeClr val="tx1">
              <a:lumMod val="85000"/>
              <a:lumOff val="15000"/>
            </a:schemeClr>
          </a:solidFill>
          <a:ln w="0">
            <a:noFill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  <a:scene3d>
            <a:camera prst="orthographicFront"/>
            <a:lightRig rig="threePt" dir="t"/>
          </a:scene3d>
          <a:sp3d>
            <a:bevelT w="825500" h="107950" prst="hardEdg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46D4CD3A-5ACA-4999-B83F-271EDAE8443E}"/>
              </a:ext>
            </a:extLst>
          </p:cNvPr>
          <p:cNvSpPr>
            <a:spLocks/>
          </p:cNvSpPr>
          <p:nvPr userDrawn="1"/>
        </p:nvSpPr>
        <p:spPr>
          <a:xfrm>
            <a:off x="915028" y="2085459"/>
            <a:ext cx="2687083" cy="2687083"/>
          </a:xfrm>
          <a:prstGeom prst="roundRect">
            <a:avLst>
              <a:gd name="adj" fmla="val 447"/>
            </a:avLst>
          </a:prstGeom>
          <a:solidFill>
            <a:schemeClr val="bg1">
              <a:lumMod val="95000"/>
            </a:schemeClr>
          </a:solidFill>
          <a:ln w="0">
            <a:noFill/>
          </a:ln>
          <a:effectLst>
            <a:innerShdw blurRad="88900" dist="76200" dir="18900000">
              <a:prstClr val="black">
                <a:alpha val="23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E5F1753F-3555-471B-B36A-AA0D89D61C8B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1176677" y="2347107"/>
            <a:ext cx="2163786" cy="2163786"/>
          </a:xfrm>
          <a:custGeom>
            <a:avLst/>
            <a:gdLst>
              <a:gd name="connsiteX0" fmla="*/ 0 w 4638269"/>
              <a:gd name="connsiteY0" fmla="*/ 0 h 4638269"/>
              <a:gd name="connsiteX1" fmla="*/ 4638269 w 4638269"/>
              <a:gd name="connsiteY1" fmla="*/ 0 h 4638269"/>
              <a:gd name="connsiteX2" fmla="*/ 4638269 w 4638269"/>
              <a:gd name="connsiteY2" fmla="*/ 4638269 h 4638269"/>
              <a:gd name="connsiteX3" fmla="*/ 0 w 4638269"/>
              <a:gd name="connsiteY3" fmla="*/ 4638269 h 46382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638269" h="4638269">
                <a:moveTo>
                  <a:pt x="0" y="0"/>
                </a:moveTo>
                <a:lnTo>
                  <a:pt x="4638269" y="0"/>
                </a:lnTo>
                <a:lnTo>
                  <a:pt x="4638269" y="4638269"/>
                </a:lnTo>
                <a:lnTo>
                  <a:pt x="0" y="4638269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effectLst>
            <a:innerShdw blurRad="25400" dist="25400" dir="18900000">
              <a:prstClr val="black">
                <a:alpha val="20000"/>
              </a:prstClr>
            </a:innerShdw>
          </a:effectLst>
        </p:spPr>
        <p:txBody>
          <a:bodyPr wrap="square" anchor="ctr">
            <a:noAutofit/>
          </a:bodyPr>
          <a:lstStyle>
            <a:lvl1pPr marL="0" indent="0" algn="ctr">
              <a:buNone/>
              <a:defRPr sz="1800" i="1"/>
            </a:lvl1pPr>
          </a:lstStyle>
          <a:p>
            <a:r>
              <a:rPr lang="en-US" noProof="0" dirty="0"/>
              <a:t>Drag &amp; Drop or Insert your picture here</a:t>
            </a:r>
          </a:p>
        </p:txBody>
      </p:sp>
    </p:spTree>
    <p:extLst>
      <p:ext uri="{BB962C8B-B14F-4D97-AF65-F5344CB8AC3E}">
        <p14:creationId xmlns:p14="http://schemas.microsoft.com/office/powerpoint/2010/main" val="17777043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 Square Mediu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A picture containing wall, ground, building&#10;&#10;Description automatically generated">
            <a:extLst>
              <a:ext uri="{FF2B5EF4-FFF2-40B4-BE49-F238E27FC236}">
                <a16:creationId xmlns:a16="http://schemas.microsoft.com/office/drawing/2014/main" id="{814AF0FF-AC90-46AB-B933-A15FC9F39BE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58000 h 6858000"/>
              <a:gd name="connsiteX3" fmla="*/ 0 w 1219200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8F3BCC60-8A24-4C98-8E59-6E0516F505AB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alpha val="5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C690EE93-6242-4676-A555-4752B532B207}"/>
              </a:ext>
            </a:extLst>
          </p:cNvPr>
          <p:cNvSpPr>
            <a:spLocks/>
          </p:cNvSpPr>
          <p:nvPr userDrawn="1"/>
        </p:nvSpPr>
        <p:spPr>
          <a:xfrm>
            <a:off x="2856000" y="189000"/>
            <a:ext cx="6480000" cy="6480000"/>
          </a:xfrm>
          <a:prstGeom prst="roundRect">
            <a:avLst>
              <a:gd name="adj" fmla="val 305"/>
            </a:avLst>
          </a:prstGeom>
          <a:solidFill>
            <a:schemeClr val="tx1">
              <a:lumMod val="85000"/>
              <a:lumOff val="15000"/>
            </a:schemeClr>
          </a:solidFill>
          <a:ln w="0">
            <a:noFill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  <a:scene3d>
            <a:camera prst="orthographicFront"/>
            <a:lightRig rig="threePt" dir="t"/>
          </a:scene3d>
          <a:sp3d>
            <a:bevelT w="825500" h="107950" prst="hardEdg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FCC51D7F-3058-43AB-A11F-52CC7CF9306D}"/>
              </a:ext>
            </a:extLst>
          </p:cNvPr>
          <p:cNvSpPr>
            <a:spLocks/>
          </p:cNvSpPr>
          <p:nvPr userDrawn="1"/>
        </p:nvSpPr>
        <p:spPr>
          <a:xfrm>
            <a:off x="3216000" y="549000"/>
            <a:ext cx="5760000" cy="5760000"/>
          </a:xfrm>
          <a:prstGeom prst="roundRect">
            <a:avLst>
              <a:gd name="adj" fmla="val 447"/>
            </a:avLst>
          </a:prstGeom>
          <a:solidFill>
            <a:schemeClr val="bg1">
              <a:lumMod val="95000"/>
            </a:schemeClr>
          </a:solidFill>
          <a:ln w="0">
            <a:noFill/>
          </a:ln>
          <a:effectLst>
            <a:innerShdw blurRad="88900" dist="76200" dir="18900000">
              <a:prstClr val="black">
                <a:alpha val="23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3926C53-330F-4C96-8B93-D4D0E4D909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4D8F58AB-8243-471D-808B-AAEEFD45565E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4786910" y="2119910"/>
            <a:ext cx="2606843" cy="2606843"/>
          </a:xfrm>
          <a:custGeom>
            <a:avLst/>
            <a:gdLst>
              <a:gd name="connsiteX0" fmla="*/ 0 w 2606843"/>
              <a:gd name="connsiteY0" fmla="*/ 0 h 2606843"/>
              <a:gd name="connsiteX1" fmla="*/ 2606843 w 2606843"/>
              <a:gd name="connsiteY1" fmla="*/ 0 h 2606843"/>
              <a:gd name="connsiteX2" fmla="*/ 2606843 w 2606843"/>
              <a:gd name="connsiteY2" fmla="*/ 2606843 h 2606843"/>
              <a:gd name="connsiteX3" fmla="*/ 0 w 2606843"/>
              <a:gd name="connsiteY3" fmla="*/ 2606843 h 26068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606843" h="2606843">
                <a:moveTo>
                  <a:pt x="0" y="0"/>
                </a:moveTo>
                <a:lnTo>
                  <a:pt x="2606843" y="0"/>
                </a:lnTo>
                <a:lnTo>
                  <a:pt x="2606843" y="2606843"/>
                </a:lnTo>
                <a:lnTo>
                  <a:pt x="0" y="2606843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effectLst>
            <a:innerShdw blurRad="25400" dist="25400" dir="18900000">
              <a:prstClr val="black">
                <a:alpha val="20000"/>
              </a:prstClr>
            </a:innerShdw>
          </a:effectLst>
        </p:spPr>
        <p:txBody>
          <a:bodyPr wrap="square" anchor="ctr">
            <a:noAutofit/>
          </a:bodyPr>
          <a:lstStyle>
            <a:lvl1pPr marL="0" indent="0" algn="ctr">
              <a:buNone/>
              <a:defRPr sz="1800" i="1"/>
            </a:lvl1pPr>
          </a:lstStyle>
          <a:p>
            <a:r>
              <a:rPr lang="en-US" dirty="0"/>
              <a:t>Drag &amp; Drop or Insert your picture here</a:t>
            </a:r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24F42C3A-34E2-413E-B777-4C498DA225D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 rot="5400000">
            <a:off x="10384004" y="4907717"/>
            <a:ext cx="2013340" cy="789229"/>
          </a:xfrm>
        </p:spPr>
        <p:txBody>
          <a:bodyPr anchor="t">
            <a:noAutofit/>
          </a:bodyPr>
          <a:lstStyle>
            <a:lvl1pPr marL="0" indent="0" algn="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/>
            <a:r>
              <a:rPr lang="en-US" dirty="0"/>
              <a:t>Caption / Credits for Image Here</a:t>
            </a:r>
          </a:p>
        </p:txBody>
      </p:sp>
    </p:spTree>
    <p:extLst>
      <p:ext uri="{BB962C8B-B14F-4D97-AF65-F5344CB8AC3E}">
        <p14:creationId xmlns:p14="http://schemas.microsoft.com/office/powerpoint/2010/main" val="23664943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 Square Lar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 descr="A picture containing wall, ground, building&#10;&#10;Description automatically generated">
            <a:extLst>
              <a:ext uri="{FF2B5EF4-FFF2-40B4-BE49-F238E27FC236}">
                <a16:creationId xmlns:a16="http://schemas.microsoft.com/office/drawing/2014/main" id="{AF0A2361-96A7-43CD-9C15-C5C188925C0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58000 h 6858000"/>
              <a:gd name="connsiteX3" fmla="*/ 0 w 1219200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4C13782B-CCEF-4009-9979-6EDA775291B4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alpha val="5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3926C53-330F-4C96-8B93-D4D0E4D909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Click to edit Master title style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928D276E-9E03-43ED-BEBB-D5F1E0120D5F}"/>
              </a:ext>
            </a:extLst>
          </p:cNvPr>
          <p:cNvSpPr>
            <a:spLocks/>
          </p:cNvSpPr>
          <p:nvPr userDrawn="1"/>
        </p:nvSpPr>
        <p:spPr>
          <a:xfrm>
            <a:off x="2856000" y="189000"/>
            <a:ext cx="6480000" cy="6480000"/>
          </a:xfrm>
          <a:prstGeom prst="roundRect">
            <a:avLst>
              <a:gd name="adj" fmla="val 305"/>
            </a:avLst>
          </a:prstGeom>
          <a:solidFill>
            <a:schemeClr val="tx1">
              <a:lumMod val="85000"/>
              <a:lumOff val="15000"/>
            </a:schemeClr>
          </a:solidFill>
          <a:ln w="0">
            <a:noFill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  <a:scene3d>
            <a:camera prst="orthographicFront"/>
            <a:lightRig rig="threePt" dir="t"/>
          </a:scene3d>
          <a:sp3d>
            <a:bevelT w="825500" h="107950" prst="hardEdg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380A63B7-CC44-4698-B696-98956F7624C7}"/>
              </a:ext>
            </a:extLst>
          </p:cNvPr>
          <p:cNvSpPr>
            <a:spLocks/>
          </p:cNvSpPr>
          <p:nvPr userDrawn="1"/>
        </p:nvSpPr>
        <p:spPr>
          <a:xfrm>
            <a:off x="3216000" y="549000"/>
            <a:ext cx="5760000" cy="5760000"/>
          </a:xfrm>
          <a:prstGeom prst="roundRect">
            <a:avLst>
              <a:gd name="adj" fmla="val 447"/>
            </a:avLst>
          </a:prstGeom>
          <a:solidFill>
            <a:schemeClr val="bg1">
              <a:lumMod val="95000"/>
            </a:schemeClr>
          </a:solidFill>
          <a:ln w="0">
            <a:noFill/>
          </a:ln>
          <a:effectLst>
            <a:innerShdw blurRad="88900" dist="76200" dir="18900000">
              <a:prstClr val="black">
                <a:alpha val="23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FB6325B9-4D08-4B8D-81F7-E2AFDB3893C6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3776867" y="1109867"/>
            <a:ext cx="4638269" cy="4638269"/>
          </a:xfrm>
          <a:custGeom>
            <a:avLst/>
            <a:gdLst>
              <a:gd name="connsiteX0" fmla="*/ 0 w 4638269"/>
              <a:gd name="connsiteY0" fmla="*/ 0 h 4638269"/>
              <a:gd name="connsiteX1" fmla="*/ 4638269 w 4638269"/>
              <a:gd name="connsiteY1" fmla="*/ 0 h 4638269"/>
              <a:gd name="connsiteX2" fmla="*/ 4638269 w 4638269"/>
              <a:gd name="connsiteY2" fmla="*/ 4638269 h 4638269"/>
              <a:gd name="connsiteX3" fmla="*/ 0 w 4638269"/>
              <a:gd name="connsiteY3" fmla="*/ 4638269 h 46382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638269" h="4638269">
                <a:moveTo>
                  <a:pt x="0" y="0"/>
                </a:moveTo>
                <a:lnTo>
                  <a:pt x="4638269" y="0"/>
                </a:lnTo>
                <a:lnTo>
                  <a:pt x="4638269" y="4638269"/>
                </a:lnTo>
                <a:lnTo>
                  <a:pt x="0" y="4638269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effectLst>
            <a:innerShdw blurRad="25400" dist="25400" dir="18900000">
              <a:prstClr val="black">
                <a:alpha val="20000"/>
              </a:prstClr>
            </a:innerShdw>
          </a:effectLst>
        </p:spPr>
        <p:txBody>
          <a:bodyPr wrap="square" anchor="ctr">
            <a:noAutofit/>
          </a:bodyPr>
          <a:lstStyle>
            <a:lvl1pPr marL="0" indent="0" algn="ctr">
              <a:buNone/>
              <a:defRPr sz="1800" i="1"/>
            </a:lvl1pPr>
          </a:lstStyle>
          <a:p>
            <a:r>
              <a:rPr lang="en-US" noProof="0" dirty="0"/>
              <a:t>Drag &amp; Drop or Insert your picture here</a:t>
            </a:r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AD73AD8D-3423-4274-AF90-7A7A91C8DAE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 rot="5400000">
            <a:off x="10384004" y="4907717"/>
            <a:ext cx="2013340" cy="789229"/>
          </a:xfrm>
        </p:spPr>
        <p:txBody>
          <a:bodyPr anchor="t">
            <a:noAutofit/>
          </a:bodyPr>
          <a:lstStyle>
            <a:lvl1pPr marL="0" indent="0" algn="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/>
            <a:r>
              <a:rPr lang="en-US" noProof="0"/>
              <a:t>Caption / Credits for Image Here</a:t>
            </a:r>
          </a:p>
        </p:txBody>
      </p:sp>
    </p:spTree>
    <p:extLst>
      <p:ext uri="{BB962C8B-B14F-4D97-AF65-F5344CB8AC3E}">
        <p14:creationId xmlns:p14="http://schemas.microsoft.com/office/powerpoint/2010/main" val="20560632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 Portrait Lar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A picture containing wall, ground, building&#10;&#10;Description automatically generated">
            <a:extLst>
              <a:ext uri="{FF2B5EF4-FFF2-40B4-BE49-F238E27FC236}">
                <a16:creationId xmlns:a16="http://schemas.microsoft.com/office/drawing/2014/main" id="{86A597F4-541F-4B87-857C-FD039AE2F42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58000 h 6858000"/>
              <a:gd name="connsiteX3" fmla="*/ 0 w 1219200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CF062EC4-73F8-4BAC-8B3E-57DA152C9BEB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alpha val="5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3926C53-330F-4C96-8B93-D4D0E4D909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Click to edit Master title style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D898A9D7-7315-4AB2-862F-27FAC50A3D44}"/>
              </a:ext>
            </a:extLst>
          </p:cNvPr>
          <p:cNvSpPr>
            <a:spLocks/>
          </p:cNvSpPr>
          <p:nvPr userDrawn="1"/>
        </p:nvSpPr>
        <p:spPr>
          <a:xfrm>
            <a:off x="3793182" y="189000"/>
            <a:ext cx="4605637" cy="6480000"/>
          </a:xfrm>
          <a:prstGeom prst="roundRect">
            <a:avLst>
              <a:gd name="adj" fmla="val 305"/>
            </a:avLst>
          </a:prstGeom>
          <a:solidFill>
            <a:schemeClr val="tx1">
              <a:lumMod val="85000"/>
              <a:lumOff val="15000"/>
            </a:schemeClr>
          </a:solidFill>
          <a:ln w="0">
            <a:noFill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  <a:scene3d>
            <a:camera prst="orthographicFront"/>
            <a:lightRig rig="threePt" dir="t"/>
          </a:scene3d>
          <a:sp3d>
            <a:bevelT w="825500" h="107950" prst="hardEdg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8D068C27-BF34-4196-A705-49573BD883EC}"/>
              </a:ext>
            </a:extLst>
          </p:cNvPr>
          <p:cNvSpPr>
            <a:spLocks/>
          </p:cNvSpPr>
          <p:nvPr userDrawn="1"/>
        </p:nvSpPr>
        <p:spPr>
          <a:xfrm>
            <a:off x="4128921" y="549000"/>
            <a:ext cx="3934158" cy="5760000"/>
          </a:xfrm>
          <a:prstGeom prst="roundRect">
            <a:avLst>
              <a:gd name="adj" fmla="val 447"/>
            </a:avLst>
          </a:prstGeom>
          <a:solidFill>
            <a:schemeClr val="bg1">
              <a:lumMod val="95000"/>
            </a:schemeClr>
          </a:solidFill>
          <a:ln w="0">
            <a:noFill/>
          </a:ln>
          <a:effectLst>
            <a:innerShdw blurRad="88900" dist="76200" dir="18900000">
              <a:prstClr val="black">
                <a:alpha val="23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DE77275C-ECA0-4A94-854E-71332CA2E80B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4786909" y="1256815"/>
            <a:ext cx="2618182" cy="4344375"/>
          </a:xfrm>
          <a:custGeom>
            <a:avLst/>
            <a:gdLst>
              <a:gd name="connsiteX0" fmla="*/ 0 w 2618182"/>
              <a:gd name="connsiteY0" fmla="*/ 0 h 4344375"/>
              <a:gd name="connsiteX1" fmla="*/ 2618182 w 2618182"/>
              <a:gd name="connsiteY1" fmla="*/ 0 h 4344375"/>
              <a:gd name="connsiteX2" fmla="*/ 2618182 w 2618182"/>
              <a:gd name="connsiteY2" fmla="*/ 4344375 h 4344375"/>
              <a:gd name="connsiteX3" fmla="*/ 0 w 2618182"/>
              <a:gd name="connsiteY3" fmla="*/ 4344375 h 43443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618182" h="4344375">
                <a:moveTo>
                  <a:pt x="0" y="0"/>
                </a:moveTo>
                <a:lnTo>
                  <a:pt x="2618182" y="0"/>
                </a:lnTo>
                <a:lnTo>
                  <a:pt x="2618182" y="4344375"/>
                </a:lnTo>
                <a:lnTo>
                  <a:pt x="0" y="4344375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effectLst>
            <a:innerShdw blurRad="25400" dist="25400" dir="18900000">
              <a:prstClr val="black">
                <a:alpha val="20000"/>
              </a:prstClr>
            </a:innerShdw>
          </a:effectLst>
        </p:spPr>
        <p:txBody>
          <a:bodyPr wrap="square" anchor="ctr">
            <a:noAutofit/>
          </a:bodyPr>
          <a:lstStyle>
            <a:lvl1pPr marL="0" indent="0" algn="ctr">
              <a:buNone/>
              <a:defRPr sz="1800" i="1"/>
            </a:lvl1pPr>
          </a:lstStyle>
          <a:p>
            <a:r>
              <a:rPr lang="en-US" noProof="0" dirty="0"/>
              <a:t>Drag &amp; Drop or Insert your picture here</a:t>
            </a:r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CCA94D92-7C38-4C84-B27E-D990B455B5D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 rot="5400000">
            <a:off x="10384004" y="4907717"/>
            <a:ext cx="2013340" cy="789229"/>
          </a:xfrm>
        </p:spPr>
        <p:txBody>
          <a:bodyPr anchor="t">
            <a:noAutofit/>
          </a:bodyPr>
          <a:lstStyle>
            <a:lvl1pPr marL="0" indent="0" algn="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/>
            <a:r>
              <a:rPr lang="en-US" noProof="0"/>
              <a:t>Caption / Credits for Image Here</a:t>
            </a:r>
          </a:p>
        </p:txBody>
      </p:sp>
    </p:spTree>
    <p:extLst>
      <p:ext uri="{BB962C8B-B14F-4D97-AF65-F5344CB8AC3E}">
        <p14:creationId xmlns:p14="http://schemas.microsoft.com/office/powerpoint/2010/main" val="24188798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 Wide Lar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A picture containing wall, ground, building&#10;&#10;Description automatically generated">
            <a:extLst>
              <a:ext uri="{FF2B5EF4-FFF2-40B4-BE49-F238E27FC236}">
                <a16:creationId xmlns:a16="http://schemas.microsoft.com/office/drawing/2014/main" id="{2F2E8687-063C-4BB2-BF22-08DDC4FC847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58000 h 6858000"/>
              <a:gd name="connsiteX3" fmla="*/ 0 w 1219200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63B89ECB-FC60-43BD-BA39-C3E5B9F4897A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alpha val="5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C690F18D-F091-4B17-90B5-6B04179FA63F}"/>
              </a:ext>
            </a:extLst>
          </p:cNvPr>
          <p:cNvSpPr>
            <a:spLocks/>
          </p:cNvSpPr>
          <p:nvPr userDrawn="1"/>
        </p:nvSpPr>
        <p:spPr>
          <a:xfrm>
            <a:off x="1352316" y="189000"/>
            <a:ext cx="9487368" cy="6480000"/>
          </a:xfrm>
          <a:prstGeom prst="roundRect">
            <a:avLst>
              <a:gd name="adj" fmla="val 305"/>
            </a:avLst>
          </a:prstGeom>
          <a:solidFill>
            <a:schemeClr val="tx1">
              <a:lumMod val="85000"/>
              <a:lumOff val="15000"/>
            </a:schemeClr>
          </a:solidFill>
          <a:ln w="0">
            <a:noFill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  <a:scene3d>
            <a:camera prst="orthographicFront"/>
            <a:lightRig rig="threePt" dir="t"/>
          </a:scene3d>
          <a:sp3d>
            <a:bevelT w="825500" h="107950" prst="hardEdg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9CA93B6D-737D-4BC9-BA2E-9CEB9BD6B084}"/>
              </a:ext>
            </a:extLst>
          </p:cNvPr>
          <p:cNvSpPr>
            <a:spLocks/>
          </p:cNvSpPr>
          <p:nvPr userDrawn="1"/>
        </p:nvSpPr>
        <p:spPr>
          <a:xfrm>
            <a:off x="1664303" y="549000"/>
            <a:ext cx="8863394" cy="5760000"/>
          </a:xfrm>
          <a:prstGeom prst="roundRect">
            <a:avLst>
              <a:gd name="adj" fmla="val 447"/>
            </a:avLst>
          </a:prstGeom>
          <a:solidFill>
            <a:schemeClr val="bg1">
              <a:lumMod val="95000"/>
            </a:schemeClr>
          </a:solidFill>
          <a:ln w="0">
            <a:noFill/>
          </a:ln>
          <a:effectLst>
            <a:innerShdw blurRad="88900" dist="76200" dir="18900000">
              <a:prstClr val="black">
                <a:alpha val="23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4E9B958F-6CA9-45F3-85C4-91F9B0C35059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3009234" y="1829160"/>
            <a:ext cx="6173537" cy="3199680"/>
          </a:xfrm>
          <a:custGeom>
            <a:avLst/>
            <a:gdLst>
              <a:gd name="connsiteX0" fmla="*/ 0 w 6173537"/>
              <a:gd name="connsiteY0" fmla="*/ 0 h 3199680"/>
              <a:gd name="connsiteX1" fmla="*/ 6173537 w 6173537"/>
              <a:gd name="connsiteY1" fmla="*/ 0 h 3199680"/>
              <a:gd name="connsiteX2" fmla="*/ 6173537 w 6173537"/>
              <a:gd name="connsiteY2" fmla="*/ 3199680 h 3199680"/>
              <a:gd name="connsiteX3" fmla="*/ 0 w 6173537"/>
              <a:gd name="connsiteY3" fmla="*/ 3199680 h 31996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173537" h="3199680">
                <a:moveTo>
                  <a:pt x="0" y="0"/>
                </a:moveTo>
                <a:lnTo>
                  <a:pt x="6173537" y="0"/>
                </a:lnTo>
                <a:lnTo>
                  <a:pt x="6173537" y="3199680"/>
                </a:lnTo>
                <a:lnTo>
                  <a:pt x="0" y="3199680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effectLst>
            <a:innerShdw blurRad="25400" dist="25400" dir="18900000">
              <a:prstClr val="black">
                <a:alpha val="20000"/>
              </a:prstClr>
            </a:innerShdw>
          </a:effectLst>
        </p:spPr>
        <p:txBody>
          <a:bodyPr wrap="square" anchor="ctr">
            <a:noAutofit/>
          </a:bodyPr>
          <a:lstStyle>
            <a:lvl1pPr marL="0" indent="0" algn="ctr">
              <a:buNone/>
              <a:defRPr sz="1800" i="1"/>
            </a:lvl1pPr>
          </a:lstStyle>
          <a:p>
            <a:r>
              <a:rPr lang="en-US" noProof="0" dirty="0"/>
              <a:t>Drag &amp; Drop or Insert your picture here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3926C53-330F-4C96-8B93-D4D0E4D909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Click to edit Master title style</a:t>
            </a:r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9A2C420E-C406-4EEC-9448-FDC161BB507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 rot="5400000">
            <a:off x="10384004" y="4907717"/>
            <a:ext cx="2013340" cy="789229"/>
          </a:xfrm>
        </p:spPr>
        <p:txBody>
          <a:bodyPr anchor="t">
            <a:noAutofit/>
          </a:bodyPr>
          <a:lstStyle>
            <a:lvl1pPr marL="0" indent="0" algn="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/>
            <a:r>
              <a:rPr lang="en-US" noProof="0"/>
              <a:t>Caption / Credits for Image Here</a:t>
            </a:r>
          </a:p>
        </p:txBody>
      </p:sp>
    </p:spTree>
    <p:extLst>
      <p:ext uri="{BB962C8B-B14F-4D97-AF65-F5344CB8AC3E}">
        <p14:creationId xmlns:p14="http://schemas.microsoft.com/office/powerpoint/2010/main" val="4455556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Abstra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A picture containing building, indoor, floor, dome&#10;&#10;Description automatically generated">
            <a:extLst>
              <a:ext uri="{FF2B5EF4-FFF2-40B4-BE49-F238E27FC236}">
                <a16:creationId xmlns:a16="http://schemas.microsoft.com/office/drawing/2014/main" id="{5F5B5FC3-70A3-483E-8787-8062FD50069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58000 h 6858000"/>
              <a:gd name="connsiteX3" fmla="*/ 0 w 1219200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4729C17-380A-4800-A187-0E22C674E1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31325" y="2450444"/>
            <a:ext cx="6951720" cy="1771325"/>
          </a:xfrm>
        </p:spPr>
        <p:txBody>
          <a:bodyPr anchor="b">
            <a:normAutofit/>
          </a:bodyPr>
          <a:lstStyle>
            <a:lvl1pPr algn="l">
              <a:defRPr sz="4000" b="1" spc="-150">
                <a:solidFill>
                  <a:schemeClr val="tx1"/>
                </a:solidFill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6059B39-A9FA-4822-B848-FF5C88B958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131325" y="4379993"/>
            <a:ext cx="6951720" cy="931498"/>
          </a:xfrm>
        </p:spPr>
        <p:txBody>
          <a:bodyPr/>
          <a:lstStyle>
            <a:lvl1pPr marL="0" indent="0" algn="l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9DD3DE4A-CF49-488A-9305-D7BA357F744E}"/>
              </a:ext>
            </a:extLst>
          </p:cNvPr>
          <p:cNvSpPr>
            <a:spLocks/>
          </p:cNvSpPr>
          <p:nvPr userDrawn="1"/>
        </p:nvSpPr>
        <p:spPr>
          <a:xfrm>
            <a:off x="1299409" y="2179840"/>
            <a:ext cx="2498321" cy="2498321"/>
          </a:xfrm>
          <a:prstGeom prst="roundRect">
            <a:avLst>
              <a:gd name="adj" fmla="val 305"/>
            </a:avLst>
          </a:prstGeom>
          <a:solidFill>
            <a:schemeClr val="tx1">
              <a:lumMod val="85000"/>
              <a:lumOff val="15000"/>
            </a:schemeClr>
          </a:solidFill>
          <a:ln w="0">
            <a:noFill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  <a:scene3d>
            <a:camera prst="orthographicFront"/>
            <a:lightRig rig="threePt" dir="t"/>
          </a:scene3d>
          <a:sp3d>
            <a:bevelT w="825500" h="107950" prst="hardEdg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9A5AD275-A41F-4D50-BD14-7FA4AF621D9B}"/>
              </a:ext>
            </a:extLst>
          </p:cNvPr>
          <p:cNvSpPr>
            <a:spLocks/>
          </p:cNvSpPr>
          <p:nvPr userDrawn="1"/>
        </p:nvSpPr>
        <p:spPr>
          <a:xfrm>
            <a:off x="1460083" y="2351291"/>
            <a:ext cx="2176973" cy="2155419"/>
          </a:xfrm>
          <a:prstGeom prst="roundRect">
            <a:avLst>
              <a:gd name="adj" fmla="val 447"/>
            </a:avLst>
          </a:prstGeom>
          <a:solidFill>
            <a:schemeClr val="bg1">
              <a:lumMod val="95000"/>
            </a:schemeClr>
          </a:solidFill>
          <a:ln w="0">
            <a:noFill/>
          </a:ln>
          <a:effectLst>
            <a:innerShdw blurRad="88900" dist="76200" dir="18900000">
              <a:prstClr val="black">
                <a:alpha val="23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6" name="Picture Placeholder 28">
            <a:extLst>
              <a:ext uri="{FF2B5EF4-FFF2-40B4-BE49-F238E27FC236}">
                <a16:creationId xmlns:a16="http://schemas.microsoft.com/office/drawing/2014/main" id="{192E8C7C-A97D-4D9C-949C-3EC62C352D64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1654442" y="2534873"/>
            <a:ext cx="1788254" cy="1788254"/>
          </a:xfrm>
          <a:custGeom>
            <a:avLst/>
            <a:gdLst>
              <a:gd name="connsiteX0" fmla="*/ 0 w 1788254"/>
              <a:gd name="connsiteY0" fmla="*/ 0 h 1788254"/>
              <a:gd name="connsiteX1" fmla="*/ 1788254 w 1788254"/>
              <a:gd name="connsiteY1" fmla="*/ 0 h 1788254"/>
              <a:gd name="connsiteX2" fmla="*/ 1788254 w 1788254"/>
              <a:gd name="connsiteY2" fmla="*/ 1788254 h 1788254"/>
              <a:gd name="connsiteX3" fmla="*/ 0 w 1788254"/>
              <a:gd name="connsiteY3" fmla="*/ 1788254 h 17882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88254" h="1788254">
                <a:moveTo>
                  <a:pt x="0" y="0"/>
                </a:moveTo>
                <a:lnTo>
                  <a:pt x="1788254" y="0"/>
                </a:lnTo>
                <a:lnTo>
                  <a:pt x="1788254" y="1788254"/>
                </a:lnTo>
                <a:lnTo>
                  <a:pt x="0" y="1788254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effectLst>
            <a:innerShdw blurRad="25400" dist="25400" dir="18900000">
              <a:prstClr val="black">
                <a:alpha val="20000"/>
              </a:prstClr>
            </a:innerShdw>
          </a:effectLst>
        </p:spPr>
        <p:txBody>
          <a:bodyPr wrap="square" anchor="ctr">
            <a:noAutofit/>
          </a:bodyPr>
          <a:lstStyle>
            <a:lvl1pPr marL="0" indent="0" algn="ctr">
              <a:buNone/>
              <a:defRPr sz="1600" i="1"/>
            </a:lvl1pPr>
          </a:lstStyle>
          <a:p>
            <a:r>
              <a:rPr lang="en-US" noProof="0" dirty="0"/>
              <a:t>Drag &amp; Drop or Insert your picture here</a:t>
            </a:r>
          </a:p>
        </p:txBody>
      </p:sp>
    </p:spTree>
    <p:extLst>
      <p:ext uri="{BB962C8B-B14F-4D97-AF65-F5344CB8AC3E}">
        <p14:creationId xmlns:p14="http://schemas.microsoft.com/office/powerpoint/2010/main" val="10090585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X Square Smal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Picture 30" descr="A picture containing building, indoor, floor, dome&#10;&#10;Description automatically generated">
            <a:extLst>
              <a:ext uri="{FF2B5EF4-FFF2-40B4-BE49-F238E27FC236}">
                <a16:creationId xmlns:a16="http://schemas.microsoft.com/office/drawing/2014/main" id="{1DF97D38-B291-4B12-87DB-3982EA4E85C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58000 h 6858000"/>
              <a:gd name="connsiteX3" fmla="*/ 0 w 1219200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3926C53-330F-4C96-8B93-D4D0E4D909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Click to edit Master title style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991123A6-0169-4DF2-BD85-BE7CD5E63E89}"/>
              </a:ext>
            </a:extLst>
          </p:cNvPr>
          <p:cNvSpPr>
            <a:spLocks/>
          </p:cNvSpPr>
          <p:nvPr/>
        </p:nvSpPr>
        <p:spPr>
          <a:xfrm>
            <a:off x="1063531" y="2179840"/>
            <a:ext cx="2498321" cy="2498321"/>
          </a:xfrm>
          <a:prstGeom prst="roundRect">
            <a:avLst>
              <a:gd name="adj" fmla="val 305"/>
            </a:avLst>
          </a:prstGeom>
          <a:solidFill>
            <a:schemeClr val="tx1">
              <a:lumMod val="85000"/>
              <a:lumOff val="15000"/>
            </a:schemeClr>
          </a:solidFill>
          <a:ln w="0">
            <a:noFill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  <a:scene3d>
            <a:camera prst="orthographicFront"/>
            <a:lightRig rig="threePt" dir="t"/>
          </a:scene3d>
          <a:sp3d>
            <a:bevelT w="825500" h="107950" prst="hardEdg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EDBF7068-1FC1-49FD-9B47-125155F82B36}"/>
              </a:ext>
            </a:extLst>
          </p:cNvPr>
          <p:cNvSpPr>
            <a:spLocks/>
          </p:cNvSpPr>
          <p:nvPr/>
        </p:nvSpPr>
        <p:spPr>
          <a:xfrm>
            <a:off x="1224205" y="2351291"/>
            <a:ext cx="2176973" cy="2155419"/>
          </a:xfrm>
          <a:prstGeom prst="roundRect">
            <a:avLst>
              <a:gd name="adj" fmla="val 447"/>
            </a:avLst>
          </a:prstGeom>
          <a:solidFill>
            <a:schemeClr val="bg1">
              <a:lumMod val="95000"/>
            </a:schemeClr>
          </a:solidFill>
          <a:ln w="0">
            <a:noFill/>
          </a:ln>
          <a:effectLst>
            <a:innerShdw blurRad="88900" dist="76200" dir="18900000">
              <a:prstClr val="black">
                <a:alpha val="23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0BDFD43A-E31A-4069-A0D4-2630BEE7F14F}"/>
              </a:ext>
            </a:extLst>
          </p:cNvPr>
          <p:cNvSpPr>
            <a:spLocks/>
          </p:cNvSpPr>
          <p:nvPr/>
        </p:nvSpPr>
        <p:spPr>
          <a:xfrm>
            <a:off x="4846840" y="2179840"/>
            <a:ext cx="2498321" cy="2498321"/>
          </a:xfrm>
          <a:prstGeom prst="roundRect">
            <a:avLst>
              <a:gd name="adj" fmla="val 305"/>
            </a:avLst>
          </a:prstGeom>
          <a:solidFill>
            <a:schemeClr val="tx1">
              <a:lumMod val="85000"/>
              <a:lumOff val="15000"/>
            </a:schemeClr>
          </a:solidFill>
          <a:ln w="0">
            <a:noFill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  <a:scene3d>
            <a:camera prst="orthographicFront"/>
            <a:lightRig rig="threePt" dir="t"/>
          </a:scene3d>
          <a:sp3d>
            <a:bevelT w="825500" h="107950" prst="hardEdg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58463DC7-7F73-4EA7-AD87-A65185340E03}"/>
              </a:ext>
            </a:extLst>
          </p:cNvPr>
          <p:cNvSpPr>
            <a:spLocks/>
          </p:cNvSpPr>
          <p:nvPr/>
        </p:nvSpPr>
        <p:spPr>
          <a:xfrm>
            <a:off x="5007514" y="2351291"/>
            <a:ext cx="2176973" cy="2155419"/>
          </a:xfrm>
          <a:prstGeom prst="roundRect">
            <a:avLst>
              <a:gd name="adj" fmla="val 447"/>
            </a:avLst>
          </a:prstGeom>
          <a:solidFill>
            <a:schemeClr val="bg1">
              <a:lumMod val="95000"/>
            </a:schemeClr>
          </a:solidFill>
          <a:ln w="0">
            <a:noFill/>
          </a:ln>
          <a:effectLst>
            <a:innerShdw blurRad="88900" dist="76200" dir="18900000">
              <a:prstClr val="black">
                <a:alpha val="23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B0B146FB-82EB-4DD3-9638-E17738D37792}"/>
              </a:ext>
            </a:extLst>
          </p:cNvPr>
          <p:cNvSpPr>
            <a:spLocks/>
          </p:cNvSpPr>
          <p:nvPr/>
        </p:nvSpPr>
        <p:spPr>
          <a:xfrm>
            <a:off x="8630149" y="2179840"/>
            <a:ext cx="2498321" cy="2498321"/>
          </a:xfrm>
          <a:prstGeom prst="roundRect">
            <a:avLst>
              <a:gd name="adj" fmla="val 305"/>
            </a:avLst>
          </a:prstGeom>
          <a:solidFill>
            <a:schemeClr val="tx1">
              <a:lumMod val="85000"/>
              <a:lumOff val="15000"/>
            </a:schemeClr>
          </a:solidFill>
          <a:ln w="0">
            <a:noFill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  <a:scene3d>
            <a:camera prst="orthographicFront"/>
            <a:lightRig rig="threePt" dir="t"/>
          </a:scene3d>
          <a:sp3d>
            <a:bevelT w="825500" h="107950" prst="hardEdg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6E773F50-6827-4938-A8AE-A6BE2DDA4A2A}"/>
              </a:ext>
            </a:extLst>
          </p:cNvPr>
          <p:cNvSpPr>
            <a:spLocks/>
          </p:cNvSpPr>
          <p:nvPr/>
        </p:nvSpPr>
        <p:spPr>
          <a:xfrm>
            <a:off x="8790823" y="2351291"/>
            <a:ext cx="2176973" cy="2155419"/>
          </a:xfrm>
          <a:prstGeom prst="roundRect">
            <a:avLst>
              <a:gd name="adj" fmla="val 447"/>
            </a:avLst>
          </a:prstGeom>
          <a:solidFill>
            <a:schemeClr val="bg1">
              <a:lumMod val="95000"/>
            </a:schemeClr>
          </a:solidFill>
          <a:ln w="0">
            <a:noFill/>
          </a:ln>
          <a:effectLst>
            <a:innerShdw blurRad="88900" dist="76200" dir="18900000">
              <a:prstClr val="black">
                <a:alpha val="23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8" name="Picture Placeholder 27">
            <a:extLst>
              <a:ext uri="{FF2B5EF4-FFF2-40B4-BE49-F238E27FC236}">
                <a16:creationId xmlns:a16="http://schemas.microsoft.com/office/drawing/2014/main" id="{7C6F36B3-9738-4525-A6AD-5C03F3830549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1418564" y="2534873"/>
            <a:ext cx="1788254" cy="1788254"/>
          </a:xfrm>
          <a:custGeom>
            <a:avLst/>
            <a:gdLst>
              <a:gd name="connsiteX0" fmla="*/ 0 w 1788254"/>
              <a:gd name="connsiteY0" fmla="*/ 0 h 1788254"/>
              <a:gd name="connsiteX1" fmla="*/ 1788254 w 1788254"/>
              <a:gd name="connsiteY1" fmla="*/ 0 h 1788254"/>
              <a:gd name="connsiteX2" fmla="*/ 1788254 w 1788254"/>
              <a:gd name="connsiteY2" fmla="*/ 1788254 h 1788254"/>
              <a:gd name="connsiteX3" fmla="*/ 0 w 1788254"/>
              <a:gd name="connsiteY3" fmla="*/ 1788254 h 17882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88254" h="1788254">
                <a:moveTo>
                  <a:pt x="0" y="0"/>
                </a:moveTo>
                <a:lnTo>
                  <a:pt x="1788254" y="0"/>
                </a:lnTo>
                <a:lnTo>
                  <a:pt x="1788254" y="1788254"/>
                </a:lnTo>
                <a:lnTo>
                  <a:pt x="0" y="1788254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effectLst>
            <a:innerShdw blurRad="25400" dist="25400" dir="18900000">
              <a:prstClr val="black">
                <a:alpha val="20000"/>
              </a:prstClr>
            </a:innerShdw>
          </a:effectLst>
        </p:spPr>
        <p:txBody>
          <a:bodyPr wrap="square" anchor="ctr">
            <a:noAutofit/>
          </a:bodyPr>
          <a:lstStyle>
            <a:lvl1pPr marL="0" indent="0" algn="ctr">
              <a:buNone/>
              <a:defRPr sz="1600" i="1"/>
            </a:lvl1pPr>
          </a:lstStyle>
          <a:p>
            <a:r>
              <a:rPr lang="en-US" noProof="0" dirty="0"/>
              <a:t>Drag &amp; Drop or Insert your picture here</a:t>
            </a:r>
          </a:p>
        </p:txBody>
      </p:sp>
      <p:sp>
        <p:nvSpPr>
          <p:cNvPr id="29" name="Picture Placeholder 28">
            <a:extLst>
              <a:ext uri="{FF2B5EF4-FFF2-40B4-BE49-F238E27FC236}">
                <a16:creationId xmlns:a16="http://schemas.microsoft.com/office/drawing/2014/main" id="{053FA87B-8C63-4233-8F6B-1412F8D842EE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5201873" y="2534873"/>
            <a:ext cx="1788254" cy="1788254"/>
          </a:xfrm>
          <a:custGeom>
            <a:avLst/>
            <a:gdLst>
              <a:gd name="connsiteX0" fmla="*/ 0 w 1788254"/>
              <a:gd name="connsiteY0" fmla="*/ 0 h 1788254"/>
              <a:gd name="connsiteX1" fmla="*/ 1788254 w 1788254"/>
              <a:gd name="connsiteY1" fmla="*/ 0 h 1788254"/>
              <a:gd name="connsiteX2" fmla="*/ 1788254 w 1788254"/>
              <a:gd name="connsiteY2" fmla="*/ 1788254 h 1788254"/>
              <a:gd name="connsiteX3" fmla="*/ 0 w 1788254"/>
              <a:gd name="connsiteY3" fmla="*/ 1788254 h 17882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88254" h="1788254">
                <a:moveTo>
                  <a:pt x="0" y="0"/>
                </a:moveTo>
                <a:lnTo>
                  <a:pt x="1788254" y="0"/>
                </a:lnTo>
                <a:lnTo>
                  <a:pt x="1788254" y="1788254"/>
                </a:lnTo>
                <a:lnTo>
                  <a:pt x="0" y="1788254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effectLst>
            <a:innerShdw blurRad="25400" dist="25400" dir="18900000">
              <a:prstClr val="black">
                <a:alpha val="20000"/>
              </a:prstClr>
            </a:innerShdw>
          </a:effectLst>
        </p:spPr>
        <p:txBody>
          <a:bodyPr wrap="square" anchor="ctr">
            <a:noAutofit/>
          </a:bodyPr>
          <a:lstStyle>
            <a:lvl1pPr marL="0" indent="0" algn="ctr">
              <a:buNone/>
              <a:defRPr sz="1600" i="1"/>
            </a:lvl1pPr>
          </a:lstStyle>
          <a:p>
            <a:r>
              <a:rPr lang="en-US" noProof="0" dirty="0"/>
              <a:t>Drag &amp; Drop or Insert your picture here</a:t>
            </a:r>
          </a:p>
        </p:txBody>
      </p:sp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3D8FD4F2-E5B1-41D8-A8B1-5A167BA49E78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8985182" y="2534873"/>
            <a:ext cx="1788254" cy="1788254"/>
          </a:xfrm>
          <a:custGeom>
            <a:avLst/>
            <a:gdLst>
              <a:gd name="connsiteX0" fmla="*/ 0 w 1788254"/>
              <a:gd name="connsiteY0" fmla="*/ 0 h 1788254"/>
              <a:gd name="connsiteX1" fmla="*/ 1788254 w 1788254"/>
              <a:gd name="connsiteY1" fmla="*/ 0 h 1788254"/>
              <a:gd name="connsiteX2" fmla="*/ 1788254 w 1788254"/>
              <a:gd name="connsiteY2" fmla="*/ 1788254 h 1788254"/>
              <a:gd name="connsiteX3" fmla="*/ 0 w 1788254"/>
              <a:gd name="connsiteY3" fmla="*/ 1788254 h 17882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88254" h="1788254">
                <a:moveTo>
                  <a:pt x="0" y="0"/>
                </a:moveTo>
                <a:lnTo>
                  <a:pt x="1788254" y="0"/>
                </a:lnTo>
                <a:lnTo>
                  <a:pt x="1788254" y="1788254"/>
                </a:lnTo>
                <a:lnTo>
                  <a:pt x="0" y="1788254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effectLst>
            <a:innerShdw blurRad="25400" dist="25400" dir="18900000">
              <a:prstClr val="black">
                <a:alpha val="20000"/>
              </a:prstClr>
            </a:innerShdw>
          </a:effectLst>
        </p:spPr>
        <p:txBody>
          <a:bodyPr wrap="square" anchor="ctr">
            <a:noAutofit/>
          </a:bodyPr>
          <a:lstStyle>
            <a:lvl1pPr marL="0" indent="0" algn="ctr">
              <a:buNone/>
              <a:defRPr sz="1600" i="1"/>
            </a:lvl1pPr>
          </a:lstStyle>
          <a:p>
            <a:r>
              <a:rPr lang="en-US" noProof="0" dirty="0"/>
              <a:t>Drag &amp; Drop or Insert your picture here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B05ABCA9-53B9-4D04-9C5E-7003B57A3E4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 rot="5400000">
            <a:off x="10476438" y="3288386"/>
            <a:ext cx="2013340" cy="789229"/>
          </a:xfrm>
        </p:spPr>
        <p:txBody>
          <a:bodyPr anchor="t">
            <a:noAutofit/>
          </a:bodyPr>
          <a:lstStyle>
            <a:lvl1pPr marL="0" indent="0" algn="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/>
            <a:r>
              <a:rPr lang="en-US" noProof="0"/>
              <a:t>Caption / Credits for Image Here</a:t>
            </a:r>
          </a:p>
        </p:txBody>
      </p:sp>
      <p:sp>
        <p:nvSpPr>
          <p:cNvPr id="16" name="Text Placeholder 3">
            <a:extLst>
              <a:ext uri="{FF2B5EF4-FFF2-40B4-BE49-F238E27FC236}">
                <a16:creationId xmlns:a16="http://schemas.microsoft.com/office/drawing/2014/main" id="{AE1589F6-A1B5-4D9A-B147-43CC66A5E0D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 rot="5400000">
            <a:off x="6711071" y="3288387"/>
            <a:ext cx="2013340" cy="789229"/>
          </a:xfrm>
        </p:spPr>
        <p:txBody>
          <a:bodyPr anchor="t">
            <a:noAutofit/>
          </a:bodyPr>
          <a:lstStyle>
            <a:lvl1pPr marL="0" indent="0" algn="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/>
            <a:r>
              <a:rPr lang="en-US" noProof="0"/>
              <a:t>Caption / Credits for Image Here</a:t>
            </a:r>
          </a:p>
        </p:txBody>
      </p:sp>
      <p:sp>
        <p:nvSpPr>
          <p:cNvPr id="17" name="Text Placeholder 3">
            <a:extLst>
              <a:ext uri="{FF2B5EF4-FFF2-40B4-BE49-F238E27FC236}">
                <a16:creationId xmlns:a16="http://schemas.microsoft.com/office/drawing/2014/main" id="{40F8B5D6-D4B3-469E-AC17-6DC60C8D21B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 rot="5400000">
            <a:off x="2909819" y="3288388"/>
            <a:ext cx="2013340" cy="789229"/>
          </a:xfrm>
        </p:spPr>
        <p:txBody>
          <a:bodyPr anchor="t">
            <a:noAutofit/>
          </a:bodyPr>
          <a:lstStyle>
            <a:lvl1pPr marL="0" indent="0" algn="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/>
            <a:r>
              <a:rPr lang="en-US" noProof="0"/>
              <a:t>Caption / Credits for Image Here</a:t>
            </a:r>
          </a:p>
        </p:txBody>
      </p:sp>
    </p:spTree>
    <p:extLst>
      <p:ext uri="{BB962C8B-B14F-4D97-AF65-F5344CB8AC3E}">
        <p14:creationId xmlns:p14="http://schemas.microsoft.com/office/powerpoint/2010/main" val="30922917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X Square Lar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" name="Picture 42" descr="A picture containing building, indoor, floor, dome&#10;&#10;Description automatically generated">
            <a:extLst>
              <a:ext uri="{FF2B5EF4-FFF2-40B4-BE49-F238E27FC236}">
                <a16:creationId xmlns:a16="http://schemas.microsoft.com/office/drawing/2014/main" id="{AFD500A0-81EB-4D16-88A5-5A25C456C8A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58000 h 6858000"/>
              <a:gd name="connsiteX3" fmla="*/ 0 w 1219200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1C0BB03A-1236-4134-8BF0-806CE2397580}"/>
              </a:ext>
            </a:extLst>
          </p:cNvPr>
          <p:cNvSpPr>
            <a:spLocks/>
          </p:cNvSpPr>
          <p:nvPr/>
        </p:nvSpPr>
        <p:spPr>
          <a:xfrm>
            <a:off x="1349021" y="1417214"/>
            <a:ext cx="4023571" cy="4023571"/>
          </a:xfrm>
          <a:prstGeom prst="roundRect">
            <a:avLst>
              <a:gd name="adj" fmla="val 305"/>
            </a:avLst>
          </a:prstGeom>
          <a:solidFill>
            <a:schemeClr val="tx1">
              <a:lumMod val="85000"/>
              <a:lumOff val="15000"/>
            </a:schemeClr>
          </a:solidFill>
          <a:ln w="0">
            <a:noFill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  <a:scene3d>
            <a:camera prst="orthographicFront"/>
            <a:lightRig rig="threePt" dir="t"/>
          </a:scene3d>
          <a:sp3d>
            <a:bevelT w="825500" h="107950" prst="hardEdg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094E8F6A-83EC-4378-9EC7-E26D3194E47F}"/>
              </a:ext>
            </a:extLst>
          </p:cNvPr>
          <p:cNvSpPr>
            <a:spLocks/>
          </p:cNvSpPr>
          <p:nvPr/>
        </p:nvSpPr>
        <p:spPr>
          <a:xfrm>
            <a:off x="1607788" y="1693338"/>
            <a:ext cx="3506036" cy="3471323"/>
          </a:xfrm>
          <a:prstGeom prst="roundRect">
            <a:avLst>
              <a:gd name="adj" fmla="val 447"/>
            </a:avLst>
          </a:prstGeom>
          <a:solidFill>
            <a:schemeClr val="bg1">
              <a:lumMod val="95000"/>
            </a:schemeClr>
          </a:solidFill>
          <a:ln w="0">
            <a:noFill/>
          </a:ln>
          <a:effectLst>
            <a:innerShdw blurRad="88900" dist="76200" dir="18900000">
              <a:prstClr val="black">
                <a:alpha val="23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B3717C26-56F4-40F2-8A4F-2D16E8E8D19C}"/>
              </a:ext>
            </a:extLst>
          </p:cNvPr>
          <p:cNvSpPr>
            <a:spLocks/>
          </p:cNvSpPr>
          <p:nvPr/>
        </p:nvSpPr>
        <p:spPr>
          <a:xfrm>
            <a:off x="6855638" y="1417214"/>
            <a:ext cx="4023571" cy="4023571"/>
          </a:xfrm>
          <a:prstGeom prst="roundRect">
            <a:avLst>
              <a:gd name="adj" fmla="val 305"/>
            </a:avLst>
          </a:prstGeom>
          <a:solidFill>
            <a:schemeClr val="tx1">
              <a:lumMod val="85000"/>
              <a:lumOff val="15000"/>
            </a:schemeClr>
          </a:solidFill>
          <a:ln w="0">
            <a:noFill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  <a:scene3d>
            <a:camera prst="orthographicFront"/>
            <a:lightRig rig="threePt" dir="t"/>
          </a:scene3d>
          <a:sp3d>
            <a:bevelT w="825500" h="107950" prst="hardEdg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BE8FED96-3186-4B5B-8697-59AA07CC6417}"/>
              </a:ext>
            </a:extLst>
          </p:cNvPr>
          <p:cNvSpPr>
            <a:spLocks/>
          </p:cNvSpPr>
          <p:nvPr/>
        </p:nvSpPr>
        <p:spPr>
          <a:xfrm>
            <a:off x="7114405" y="1693338"/>
            <a:ext cx="3506036" cy="3471323"/>
          </a:xfrm>
          <a:prstGeom prst="roundRect">
            <a:avLst>
              <a:gd name="adj" fmla="val 447"/>
            </a:avLst>
          </a:prstGeom>
          <a:solidFill>
            <a:schemeClr val="bg1">
              <a:lumMod val="95000"/>
            </a:schemeClr>
          </a:solidFill>
          <a:ln w="0">
            <a:noFill/>
          </a:ln>
          <a:effectLst>
            <a:innerShdw blurRad="88900" dist="76200" dir="18900000">
              <a:prstClr val="black">
                <a:alpha val="23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37" name="Picture Placeholder 36">
            <a:extLst>
              <a:ext uri="{FF2B5EF4-FFF2-40B4-BE49-F238E27FC236}">
                <a16:creationId xmlns:a16="http://schemas.microsoft.com/office/drawing/2014/main" id="{E22AE660-325D-4F8F-9C04-33A68FFF0B4E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1920806" y="1988999"/>
            <a:ext cx="2880001" cy="2880001"/>
          </a:xfrm>
          <a:custGeom>
            <a:avLst/>
            <a:gdLst>
              <a:gd name="connsiteX0" fmla="*/ 0 w 2380166"/>
              <a:gd name="connsiteY0" fmla="*/ 0 h 2380166"/>
              <a:gd name="connsiteX1" fmla="*/ 2380166 w 2380166"/>
              <a:gd name="connsiteY1" fmla="*/ 0 h 2380166"/>
              <a:gd name="connsiteX2" fmla="*/ 2380166 w 2380166"/>
              <a:gd name="connsiteY2" fmla="*/ 2380166 h 2380166"/>
              <a:gd name="connsiteX3" fmla="*/ 0 w 2380166"/>
              <a:gd name="connsiteY3" fmla="*/ 2380166 h 23801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380166" h="2380166">
                <a:moveTo>
                  <a:pt x="0" y="0"/>
                </a:moveTo>
                <a:lnTo>
                  <a:pt x="2380166" y="0"/>
                </a:lnTo>
                <a:lnTo>
                  <a:pt x="2380166" y="2380166"/>
                </a:lnTo>
                <a:lnTo>
                  <a:pt x="0" y="2380166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effectLst>
            <a:innerShdw blurRad="25400" dist="25400" dir="18900000">
              <a:prstClr val="black">
                <a:alpha val="20000"/>
              </a:prstClr>
            </a:innerShdw>
          </a:effectLst>
        </p:spPr>
        <p:txBody>
          <a:bodyPr wrap="square" anchor="ctr">
            <a:noAutofit/>
          </a:bodyPr>
          <a:lstStyle>
            <a:lvl1pPr marL="0" indent="0" algn="ctr">
              <a:buNone/>
              <a:defRPr sz="1600" i="1"/>
            </a:lvl1pPr>
          </a:lstStyle>
          <a:p>
            <a:r>
              <a:rPr lang="en-US" noProof="0" dirty="0"/>
              <a:t>Drag &amp; Drop or Insert your picture here</a:t>
            </a:r>
          </a:p>
        </p:txBody>
      </p:sp>
      <p:sp>
        <p:nvSpPr>
          <p:cNvPr id="38" name="Picture Placeholder 37">
            <a:extLst>
              <a:ext uri="{FF2B5EF4-FFF2-40B4-BE49-F238E27FC236}">
                <a16:creationId xmlns:a16="http://schemas.microsoft.com/office/drawing/2014/main" id="{13B255F2-3389-410F-B747-EB6CDDF1FB5E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7427423" y="1988999"/>
            <a:ext cx="2880001" cy="2880001"/>
          </a:xfrm>
          <a:custGeom>
            <a:avLst/>
            <a:gdLst>
              <a:gd name="connsiteX0" fmla="*/ 0 w 2380166"/>
              <a:gd name="connsiteY0" fmla="*/ 0 h 2380166"/>
              <a:gd name="connsiteX1" fmla="*/ 2380166 w 2380166"/>
              <a:gd name="connsiteY1" fmla="*/ 0 h 2380166"/>
              <a:gd name="connsiteX2" fmla="*/ 2380166 w 2380166"/>
              <a:gd name="connsiteY2" fmla="*/ 2380166 h 2380166"/>
              <a:gd name="connsiteX3" fmla="*/ 0 w 2380166"/>
              <a:gd name="connsiteY3" fmla="*/ 2380166 h 23801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380166" h="2380166">
                <a:moveTo>
                  <a:pt x="0" y="0"/>
                </a:moveTo>
                <a:lnTo>
                  <a:pt x="2380166" y="0"/>
                </a:lnTo>
                <a:lnTo>
                  <a:pt x="2380166" y="2380166"/>
                </a:lnTo>
                <a:lnTo>
                  <a:pt x="0" y="2380166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effectLst>
            <a:innerShdw blurRad="25400" dist="25400" dir="18900000">
              <a:prstClr val="black">
                <a:alpha val="20000"/>
              </a:prstClr>
            </a:innerShdw>
          </a:effectLst>
        </p:spPr>
        <p:txBody>
          <a:bodyPr wrap="square" anchor="ctr">
            <a:noAutofit/>
          </a:bodyPr>
          <a:lstStyle>
            <a:lvl1pPr marL="0" indent="0" algn="ctr">
              <a:buNone/>
              <a:defRPr sz="1600" i="1"/>
            </a:lvl1pPr>
          </a:lstStyle>
          <a:p>
            <a:r>
              <a:rPr lang="en-US" noProof="0" dirty="0"/>
              <a:t>Drag &amp; Drop or Insert your picture here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3926C53-330F-4C96-8B93-D4D0E4D909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Click to edit Master title style</a:t>
            </a: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0188A16E-C8A4-4FD9-B99B-2C306EFCE36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 rot="5400000">
            <a:off x="10434954" y="4061104"/>
            <a:ext cx="1843474" cy="954967"/>
          </a:xfrm>
        </p:spPr>
        <p:txBody>
          <a:bodyPr anchor="t">
            <a:noAutofit/>
          </a:bodyPr>
          <a:lstStyle>
            <a:lvl1pPr marL="0" indent="0" algn="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/>
            <a:r>
              <a:rPr lang="en-US" noProof="0"/>
              <a:t>Caption / Credits for Image Here</a:t>
            </a:r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6BBBA701-2B46-4ED9-8615-AD503E951CB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 rot="5400000">
            <a:off x="4928339" y="4061103"/>
            <a:ext cx="1843471" cy="954967"/>
          </a:xfrm>
        </p:spPr>
        <p:txBody>
          <a:bodyPr anchor="t">
            <a:noAutofit/>
          </a:bodyPr>
          <a:lstStyle>
            <a:lvl1pPr marL="0" indent="0" algn="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/>
            <a:r>
              <a:rPr lang="en-US" noProof="0"/>
              <a:t>Caption / Credits for Image Here</a:t>
            </a:r>
          </a:p>
        </p:txBody>
      </p:sp>
    </p:spTree>
    <p:extLst>
      <p:ext uri="{BB962C8B-B14F-4D97-AF65-F5344CB8AC3E}">
        <p14:creationId xmlns:p14="http://schemas.microsoft.com/office/powerpoint/2010/main" val="7435445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X Tall Smal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" name="Picture 45" descr="A picture containing building, indoor, floor, dome&#10;&#10;Description automatically generated">
            <a:extLst>
              <a:ext uri="{FF2B5EF4-FFF2-40B4-BE49-F238E27FC236}">
                <a16:creationId xmlns:a16="http://schemas.microsoft.com/office/drawing/2014/main" id="{F42D544F-3EA4-45DC-BF82-52A438F23E5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58000 h 6858000"/>
              <a:gd name="connsiteX3" fmla="*/ 0 w 1219200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AB27B221-6380-49E7-936C-899C7C7698D4}"/>
              </a:ext>
            </a:extLst>
          </p:cNvPr>
          <p:cNvSpPr>
            <a:spLocks/>
          </p:cNvSpPr>
          <p:nvPr/>
        </p:nvSpPr>
        <p:spPr>
          <a:xfrm>
            <a:off x="1530040" y="2040802"/>
            <a:ext cx="1953241" cy="2748153"/>
          </a:xfrm>
          <a:prstGeom prst="roundRect">
            <a:avLst>
              <a:gd name="adj" fmla="val 305"/>
            </a:avLst>
          </a:prstGeom>
          <a:solidFill>
            <a:schemeClr val="tx1">
              <a:lumMod val="85000"/>
              <a:lumOff val="15000"/>
            </a:schemeClr>
          </a:solidFill>
          <a:ln w="0">
            <a:noFill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  <a:scene3d>
            <a:camera prst="orthographicFront"/>
            <a:lightRig rig="threePt" dir="t"/>
          </a:scene3d>
          <a:sp3d>
            <a:bevelT w="825500" h="107950" prst="hardEdg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95BE767B-4B22-4571-8922-41D81E5BBC3A}"/>
              </a:ext>
            </a:extLst>
          </p:cNvPr>
          <p:cNvSpPr>
            <a:spLocks/>
          </p:cNvSpPr>
          <p:nvPr/>
        </p:nvSpPr>
        <p:spPr>
          <a:xfrm>
            <a:off x="1672426" y="2193477"/>
            <a:ext cx="1668468" cy="2442803"/>
          </a:xfrm>
          <a:prstGeom prst="roundRect">
            <a:avLst>
              <a:gd name="adj" fmla="val 447"/>
            </a:avLst>
          </a:prstGeom>
          <a:solidFill>
            <a:schemeClr val="bg1">
              <a:lumMod val="95000"/>
            </a:schemeClr>
          </a:solidFill>
          <a:ln w="0">
            <a:noFill/>
          </a:ln>
          <a:effectLst>
            <a:innerShdw blurRad="88900" dist="76200" dir="18900000">
              <a:prstClr val="black">
                <a:alpha val="23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8A91D0C6-87A7-4836-9C48-8453F9C9AEC0}"/>
              </a:ext>
            </a:extLst>
          </p:cNvPr>
          <p:cNvSpPr>
            <a:spLocks/>
          </p:cNvSpPr>
          <p:nvPr/>
        </p:nvSpPr>
        <p:spPr>
          <a:xfrm>
            <a:off x="5119380" y="2054924"/>
            <a:ext cx="1953241" cy="2748153"/>
          </a:xfrm>
          <a:prstGeom prst="roundRect">
            <a:avLst>
              <a:gd name="adj" fmla="val 305"/>
            </a:avLst>
          </a:prstGeom>
          <a:solidFill>
            <a:schemeClr val="tx1">
              <a:lumMod val="85000"/>
              <a:lumOff val="15000"/>
            </a:schemeClr>
          </a:solidFill>
          <a:ln w="0">
            <a:noFill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  <a:scene3d>
            <a:camera prst="orthographicFront"/>
            <a:lightRig rig="threePt" dir="t"/>
          </a:scene3d>
          <a:sp3d>
            <a:bevelT w="825500" h="107950" prst="hardEdg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9DB4466B-82EB-41FB-8BFA-EDBD4EB43DF4}"/>
              </a:ext>
            </a:extLst>
          </p:cNvPr>
          <p:cNvSpPr>
            <a:spLocks/>
          </p:cNvSpPr>
          <p:nvPr/>
        </p:nvSpPr>
        <p:spPr>
          <a:xfrm>
            <a:off x="5261766" y="2207599"/>
            <a:ext cx="1668468" cy="2442803"/>
          </a:xfrm>
          <a:prstGeom prst="roundRect">
            <a:avLst>
              <a:gd name="adj" fmla="val 447"/>
            </a:avLst>
          </a:prstGeom>
          <a:solidFill>
            <a:schemeClr val="bg1">
              <a:lumMod val="95000"/>
            </a:schemeClr>
          </a:solidFill>
          <a:ln w="0">
            <a:noFill/>
          </a:ln>
          <a:effectLst>
            <a:innerShdw blurRad="88900" dist="76200" dir="18900000">
              <a:prstClr val="black">
                <a:alpha val="23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1A1B6F22-18D4-44B5-BA39-187BF2EBBC2D}"/>
              </a:ext>
            </a:extLst>
          </p:cNvPr>
          <p:cNvSpPr>
            <a:spLocks/>
          </p:cNvSpPr>
          <p:nvPr/>
        </p:nvSpPr>
        <p:spPr>
          <a:xfrm>
            <a:off x="8708719" y="2069046"/>
            <a:ext cx="1953241" cy="2748153"/>
          </a:xfrm>
          <a:prstGeom prst="roundRect">
            <a:avLst>
              <a:gd name="adj" fmla="val 305"/>
            </a:avLst>
          </a:prstGeom>
          <a:solidFill>
            <a:schemeClr val="tx1">
              <a:lumMod val="85000"/>
              <a:lumOff val="15000"/>
            </a:schemeClr>
          </a:solidFill>
          <a:ln w="0">
            <a:noFill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  <a:scene3d>
            <a:camera prst="orthographicFront"/>
            <a:lightRig rig="threePt" dir="t"/>
          </a:scene3d>
          <a:sp3d>
            <a:bevelT w="825500" h="107950" prst="hardEdg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A754C9AD-BF46-44A3-AAAD-C889E1C6F388}"/>
              </a:ext>
            </a:extLst>
          </p:cNvPr>
          <p:cNvSpPr>
            <a:spLocks/>
          </p:cNvSpPr>
          <p:nvPr/>
        </p:nvSpPr>
        <p:spPr>
          <a:xfrm>
            <a:off x="8851105" y="2221721"/>
            <a:ext cx="1668468" cy="2442803"/>
          </a:xfrm>
          <a:prstGeom prst="roundRect">
            <a:avLst>
              <a:gd name="adj" fmla="val 447"/>
            </a:avLst>
          </a:prstGeom>
          <a:solidFill>
            <a:schemeClr val="bg1">
              <a:lumMod val="95000"/>
            </a:schemeClr>
          </a:solidFill>
          <a:ln w="0">
            <a:noFill/>
          </a:ln>
          <a:effectLst>
            <a:innerShdw blurRad="88900" dist="76200" dir="18900000">
              <a:prstClr val="black">
                <a:alpha val="23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3926C53-330F-4C96-8B93-D4D0E4D90945}"/>
              </a:ext>
            </a:extLst>
          </p:cNvPr>
          <p:cNvSpPr>
            <a:spLocks noGrp="1"/>
          </p:cNvSpPr>
          <p:nvPr userDrawn="1">
            <p:ph type="title"/>
          </p:nvPr>
        </p:nvSpPr>
        <p:spPr/>
        <p:txBody>
          <a:bodyPr/>
          <a:lstStyle/>
          <a:p>
            <a:r>
              <a:rPr lang="en-US" noProof="0"/>
              <a:t>Click to edit Master title style</a:t>
            </a:r>
          </a:p>
        </p:txBody>
      </p:sp>
      <p:sp>
        <p:nvSpPr>
          <p:cNvPr id="43" name="Picture Placeholder 42">
            <a:extLst>
              <a:ext uri="{FF2B5EF4-FFF2-40B4-BE49-F238E27FC236}">
                <a16:creationId xmlns:a16="http://schemas.microsoft.com/office/drawing/2014/main" id="{0DA190C8-7CFD-45FD-93C6-460EEAEA288F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1951479" y="2493659"/>
            <a:ext cx="1110365" cy="1842440"/>
          </a:xfrm>
          <a:custGeom>
            <a:avLst/>
            <a:gdLst>
              <a:gd name="connsiteX0" fmla="*/ 0 w 1110365"/>
              <a:gd name="connsiteY0" fmla="*/ 0 h 1842440"/>
              <a:gd name="connsiteX1" fmla="*/ 1110365 w 1110365"/>
              <a:gd name="connsiteY1" fmla="*/ 0 h 1842440"/>
              <a:gd name="connsiteX2" fmla="*/ 1110365 w 1110365"/>
              <a:gd name="connsiteY2" fmla="*/ 1842440 h 1842440"/>
              <a:gd name="connsiteX3" fmla="*/ 0 w 1110365"/>
              <a:gd name="connsiteY3" fmla="*/ 1842440 h 18424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10365" h="1842440">
                <a:moveTo>
                  <a:pt x="0" y="0"/>
                </a:moveTo>
                <a:lnTo>
                  <a:pt x="1110365" y="0"/>
                </a:lnTo>
                <a:lnTo>
                  <a:pt x="1110365" y="1842440"/>
                </a:lnTo>
                <a:lnTo>
                  <a:pt x="0" y="1842440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effectLst>
            <a:innerShdw blurRad="25400" dist="25400" dir="18900000">
              <a:prstClr val="black">
                <a:alpha val="20000"/>
              </a:prstClr>
            </a:innerShdw>
          </a:effectLst>
        </p:spPr>
        <p:txBody>
          <a:bodyPr wrap="square" anchor="ctr">
            <a:noAutofit/>
          </a:bodyPr>
          <a:lstStyle>
            <a:lvl1pPr marL="0" indent="0" algn="ctr">
              <a:buNone/>
              <a:defRPr sz="1600" i="1"/>
            </a:lvl1pPr>
          </a:lstStyle>
          <a:p>
            <a:r>
              <a:rPr lang="en-US" noProof="0" dirty="0"/>
              <a:t>Drag &amp; Drop or Insert your picture here</a:t>
            </a:r>
          </a:p>
        </p:txBody>
      </p:sp>
      <p:sp>
        <p:nvSpPr>
          <p:cNvPr id="44" name="Picture Placeholder 43">
            <a:extLst>
              <a:ext uri="{FF2B5EF4-FFF2-40B4-BE49-F238E27FC236}">
                <a16:creationId xmlns:a16="http://schemas.microsoft.com/office/drawing/2014/main" id="{4F646749-906D-4D81-B023-D92B4A921D22}"/>
              </a:ext>
            </a:extLst>
          </p:cNvPr>
          <p:cNvSpPr>
            <a:spLocks noGrp="1"/>
          </p:cNvSpPr>
          <p:nvPr userDrawn="1">
            <p:ph type="pic" sz="quarter" idx="11" hasCustomPrompt="1"/>
          </p:nvPr>
        </p:nvSpPr>
        <p:spPr>
          <a:xfrm>
            <a:off x="5540819" y="2507781"/>
            <a:ext cx="1110365" cy="1842440"/>
          </a:xfrm>
          <a:custGeom>
            <a:avLst/>
            <a:gdLst>
              <a:gd name="connsiteX0" fmla="*/ 0 w 1110365"/>
              <a:gd name="connsiteY0" fmla="*/ 0 h 1842440"/>
              <a:gd name="connsiteX1" fmla="*/ 1110365 w 1110365"/>
              <a:gd name="connsiteY1" fmla="*/ 0 h 1842440"/>
              <a:gd name="connsiteX2" fmla="*/ 1110365 w 1110365"/>
              <a:gd name="connsiteY2" fmla="*/ 1842440 h 1842440"/>
              <a:gd name="connsiteX3" fmla="*/ 0 w 1110365"/>
              <a:gd name="connsiteY3" fmla="*/ 1842440 h 18424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10365" h="1842440">
                <a:moveTo>
                  <a:pt x="0" y="0"/>
                </a:moveTo>
                <a:lnTo>
                  <a:pt x="1110365" y="0"/>
                </a:lnTo>
                <a:lnTo>
                  <a:pt x="1110365" y="1842440"/>
                </a:lnTo>
                <a:lnTo>
                  <a:pt x="0" y="1842440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effectLst>
            <a:innerShdw blurRad="25400" dist="25400" dir="18900000">
              <a:prstClr val="black">
                <a:alpha val="20000"/>
              </a:prstClr>
            </a:innerShdw>
          </a:effectLst>
        </p:spPr>
        <p:txBody>
          <a:bodyPr wrap="square" anchor="ctr">
            <a:noAutofit/>
          </a:bodyPr>
          <a:lstStyle>
            <a:lvl1pPr marL="0" indent="0" algn="ctr">
              <a:buNone/>
              <a:defRPr sz="1600" i="1"/>
            </a:lvl1pPr>
          </a:lstStyle>
          <a:p>
            <a:r>
              <a:rPr lang="en-US" noProof="0" dirty="0"/>
              <a:t>Drag &amp; Drop or Insert your picture here</a:t>
            </a:r>
          </a:p>
        </p:txBody>
      </p:sp>
      <p:sp>
        <p:nvSpPr>
          <p:cNvPr id="45" name="Picture Placeholder 44">
            <a:extLst>
              <a:ext uri="{FF2B5EF4-FFF2-40B4-BE49-F238E27FC236}">
                <a16:creationId xmlns:a16="http://schemas.microsoft.com/office/drawing/2014/main" id="{2B212A44-CFBB-4032-9701-8A38040A1B11}"/>
              </a:ext>
            </a:extLst>
          </p:cNvPr>
          <p:cNvSpPr>
            <a:spLocks noGrp="1"/>
          </p:cNvSpPr>
          <p:nvPr userDrawn="1">
            <p:ph type="pic" sz="quarter" idx="12" hasCustomPrompt="1"/>
          </p:nvPr>
        </p:nvSpPr>
        <p:spPr>
          <a:xfrm>
            <a:off x="9130157" y="2521903"/>
            <a:ext cx="1110365" cy="1842440"/>
          </a:xfrm>
          <a:custGeom>
            <a:avLst/>
            <a:gdLst>
              <a:gd name="connsiteX0" fmla="*/ 0 w 1110365"/>
              <a:gd name="connsiteY0" fmla="*/ 0 h 1842440"/>
              <a:gd name="connsiteX1" fmla="*/ 1110365 w 1110365"/>
              <a:gd name="connsiteY1" fmla="*/ 0 h 1842440"/>
              <a:gd name="connsiteX2" fmla="*/ 1110365 w 1110365"/>
              <a:gd name="connsiteY2" fmla="*/ 1842440 h 1842440"/>
              <a:gd name="connsiteX3" fmla="*/ 0 w 1110365"/>
              <a:gd name="connsiteY3" fmla="*/ 1842440 h 18424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10365" h="1842440">
                <a:moveTo>
                  <a:pt x="0" y="0"/>
                </a:moveTo>
                <a:lnTo>
                  <a:pt x="1110365" y="0"/>
                </a:lnTo>
                <a:lnTo>
                  <a:pt x="1110365" y="1842440"/>
                </a:lnTo>
                <a:lnTo>
                  <a:pt x="0" y="1842440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effectLst>
            <a:innerShdw blurRad="25400" dist="25400" dir="18900000">
              <a:prstClr val="black">
                <a:alpha val="20000"/>
              </a:prstClr>
            </a:innerShdw>
          </a:effectLst>
        </p:spPr>
        <p:txBody>
          <a:bodyPr wrap="square" anchor="ctr">
            <a:noAutofit/>
          </a:bodyPr>
          <a:lstStyle>
            <a:lvl1pPr marL="0" indent="0" algn="ctr">
              <a:buNone/>
              <a:defRPr sz="1600" i="1"/>
            </a:lvl1pPr>
          </a:lstStyle>
          <a:p>
            <a:r>
              <a:rPr lang="en-US" noProof="0" dirty="0"/>
              <a:t>Drag &amp; Drop or Insert your picture here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35052687-685D-4555-8F1D-E083F7A221B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 rot="5400000">
            <a:off x="10074324" y="3478131"/>
            <a:ext cx="2013340" cy="789229"/>
          </a:xfrm>
        </p:spPr>
        <p:txBody>
          <a:bodyPr anchor="t">
            <a:noAutofit/>
          </a:bodyPr>
          <a:lstStyle>
            <a:lvl1pPr marL="0" indent="0" algn="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/>
            <a:r>
              <a:rPr lang="en-US" noProof="0"/>
              <a:t>Caption / Credits for Image Here</a:t>
            </a: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F9B92CE4-A92E-4722-BD51-DFD75EADC23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 rot="5400000">
            <a:off x="6492071" y="3478131"/>
            <a:ext cx="2013340" cy="789229"/>
          </a:xfrm>
        </p:spPr>
        <p:txBody>
          <a:bodyPr anchor="t">
            <a:noAutofit/>
          </a:bodyPr>
          <a:lstStyle>
            <a:lvl1pPr marL="0" indent="0" algn="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/>
            <a:r>
              <a:rPr lang="en-US" noProof="0"/>
              <a:t>Caption / Credits for Image Here</a:t>
            </a:r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C70A4DE7-51C6-482C-858C-09593B968A0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 rot="5400000">
            <a:off x="2909819" y="3478133"/>
            <a:ext cx="2013340" cy="789229"/>
          </a:xfrm>
        </p:spPr>
        <p:txBody>
          <a:bodyPr anchor="t">
            <a:noAutofit/>
          </a:bodyPr>
          <a:lstStyle>
            <a:lvl1pPr marL="0" indent="0" algn="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/>
            <a:r>
              <a:rPr lang="en-US" noProof="0"/>
              <a:t>Caption / Credits for Image Here</a:t>
            </a:r>
          </a:p>
        </p:txBody>
      </p:sp>
    </p:spTree>
    <p:extLst>
      <p:ext uri="{BB962C8B-B14F-4D97-AF65-F5344CB8AC3E}">
        <p14:creationId xmlns:p14="http://schemas.microsoft.com/office/powerpoint/2010/main" val="6176872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X Tall Mediu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" name="Picture 57" descr="A picture containing building, indoor, floor, dome&#10;&#10;Description automatically generated">
            <a:extLst>
              <a:ext uri="{FF2B5EF4-FFF2-40B4-BE49-F238E27FC236}">
                <a16:creationId xmlns:a16="http://schemas.microsoft.com/office/drawing/2014/main" id="{3D779920-F7ED-4EA1-AD25-52E656FD8CE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58000 h 6858000"/>
              <a:gd name="connsiteX3" fmla="*/ 0 w 1219200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3926C53-330F-4C96-8B93-D4D0E4D90945}"/>
              </a:ext>
            </a:extLst>
          </p:cNvPr>
          <p:cNvSpPr>
            <a:spLocks noGrp="1"/>
          </p:cNvSpPr>
          <p:nvPr userDrawn="1">
            <p:ph type="title"/>
          </p:nvPr>
        </p:nvSpPr>
        <p:spPr/>
        <p:txBody>
          <a:bodyPr/>
          <a:lstStyle/>
          <a:p>
            <a:r>
              <a:rPr lang="en-US" noProof="0"/>
              <a:t>Click to edit Master title style</a:t>
            </a:r>
          </a:p>
        </p:txBody>
      </p:sp>
      <p:sp>
        <p:nvSpPr>
          <p:cNvPr id="38" name="Rectangle: Rounded Corners 37">
            <a:extLst>
              <a:ext uri="{FF2B5EF4-FFF2-40B4-BE49-F238E27FC236}">
                <a16:creationId xmlns:a16="http://schemas.microsoft.com/office/drawing/2014/main" id="{87B7621C-4EF9-4474-B692-D61287DFB3F9}"/>
              </a:ext>
            </a:extLst>
          </p:cNvPr>
          <p:cNvSpPr>
            <a:spLocks/>
          </p:cNvSpPr>
          <p:nvPr/>
        </p:nvSpPr>
        <p:spPr>
          <a:xfrm>
            <a:off x="1825747" y="1201915"/>
            <a:ext cx="3145713" cy="4425927"/>
          </a:xfrm>
          <a:prstGeom prst="roundRect">
            <a:avLst>
              <a:gd name="adj" fmla="val 305"/>
            </a:avLst>
          </a:prstGeom>
          <a:solidFill>
            <a:schemeClr val="tx1">
              <a:lumMod val="85000"/>
              <a:lumOff val="15000"/>
            </a:schemeClr>
          </a:solidFill>
          <a:ln w="0">
            <a:noFill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  <a:scene3d>
            <a:camera prst="orthographicFront"/>
            <a:lightRig rig="threePt" dir="t"/>
          </a:scene3d>
          <a:sp3d>
            <a:bevelT w="825500" h="107950" prst="hardEdg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39" name="Rectangle: Rounded Corners 38">
            <a:extLst>
              <a:ext uri="{FF2B5EF4-FFF2-40B4-BE49-F238E27FC236}">
                <a16:creationId xmlns:a16="http://schemas.microsoft.com/office/drawing/2014/main" id="{BEE11F07-99C1-4047-9BB8-A1A6386523B5}"/>
              </a:ext>
            </a:extLst>
          </p:cNvPr>
          <p:cNvSpPr>
            <a:spLocks/>
          </p:cNvSpPr>
          <p:nvPr/>
        </p:nvSpPr>
        <p:spPr>
          <a:xfrm>
            <a:off x="2055061" y="1447800"/>
            <a:ext cx="2687084" cy="3934157"/>
          </a:xfrm>
          <a:prstGeom prst="roundRect">
            <a:avLst>
              <a:gd name="adj" fmla="val 447"/>
            </a:avLst>
          </a:prstGeom>
          <a:solidFill>
            <a:schemeClr val="bg1">
              <a:lumMod val="95000"/>
            </a:schemeClr>
          </a:solidFill>
          <a:ln w="0">
            <a:noFill/>
          </a:ln>
          <a:effectLst>
            <a:innerShdw blurRad="88900" dist="76200" dir="18900000">
              <a:prstClr val="black">
                <a:alpha val="23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42" name="Rectangle: Rounded Corners 41">
            <a:extLst>
              <a:ext uri="{FF2B5EF4-FFF2-40B4-BE49-F238E27FC236}">
                <a16:creationId xmlns:a16="http://schemas.microsoft.com/office/drawing/2014/main" id="{8E4B8057-5762-49B5-9B1F-8890AF54C6A8}"/>
              </a:ext>
            </a:extLst>
          </p:cNvPr>
          <p:cNvSpPr>
            <a:spLocks/>
          </p:cNvSpPr>
          <p:nvPr/>
        </p:nvSpPr>
        <p:spPr>
          <a:xfrm>
            <a:off x="7332632" y="1216037"/>
            <a:ext cx="3145713" cy="4425927"/>
          </a:xfrm>
          <a:prstGeom prst="roundRect">
            <a:avLst>
              <a:gd name="adj" fmla="val 305"/>
            </a:avLst>
          </a:prstGeom>
          <a:solidFill>
            <a:schemeClr val="tx1">
              <a:lumMod val="85000"/>
              <a:lumOff val="15000"/>
            </a:schemeClr>
          </a:solidFill>
          <a:ln w="0">
            <a:noFill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  <a:scene3d>
            <a:camera prst="orthographicFront"/>
            <a:lightRig rig="threePt" dir="t"/>
          </a:scene3d>
          <a:sp3d>
            <a:bevelT w="825500" h="107950" prst="hardEdg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46" name="Rectangle: Rounded Corners 45">
            <a:extLst>
              <a:ext uri="{FF2B5EF4-FFF2-40B4-BE49-F238E27FC236}">
                <a16:creationId xmlns:a16="http://schemas.microsoft.com/office/drawing/2014/main" id="{A828F528-6202-4128-BF06-E5E946105A23}"/>
              </a:ext>
            </a:extLst>
          </p:cNvPr>
          <p:cNvSpPr>
            <a:spLocks/>
          </p:cNvSpPr>
          <p:nvPr/>
        </p:nvSpPr>
        <p:spPr>
          <a:xfrm>
            <a:off x="7561946" y="1461922"/>
            <a:ext cx="2687084" cy="3934157"/>
          </a:xfrm>
          <a:prstGeom prst="roundRect">
            <a:avLst>
              <a:gd name="adj" fmla="val 447"/>
            </a:avLst>
          </a:prstGeom>
          <a:solidFill>
            <a:schemeClr val="bg1">
              <a:lumMod val="95000"/>
            </a:schemeClr>
          </a:solidFill>
          <a:ln w="0">
            <a:noFill/>
          </a:ln>
          <a:effectLst>
            <a:innerShdw blurRad="88900" dist="76200" dir="18900000">
              <a:prstClr val="black">
                <a:alpha val="23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5" name="Picture Placeholder 54">
            <a:extLst>
              <a:ext uri="{FF2B5EF4-FFF2-40B4-BE49-F238E27FC236}">
                <a16:creationId xmlns:a16="http://schemas.microsoft.com/office/drawing/2014/main" id="{05802EDB-3792-45CC-B801-2EBBD3B50C5F}"/>
              </a:ext>
            </a:extLst>
          </p:cNvPr>
          <p:cNvSpPr>
            <a:spLocks noGrp="1"/>
          </p:cNvSpPr>
          <p:nvPr userDrawn="1">
            <p:ph type="pic" sz="quarter" idx="10" hasCustomPrompt="1"/>
          </p:nvPr>
        </p:nvSpPr>
        <p:spPr>
          <a:xfrm>
            <a:off x="2504476" y="1931246"/>
            <a:ext cx="1788254" cy="2967267"/>
          </a:xfrm>
          <a:custGeom>
            <a:avLst/>
            <a:gdLst>
              <a:gd name="connsiteX0" fmla="*/ 0 w 1788254"/>
              <a:gd name="connsiteY0" fmla="*/ 0 h 2967267"/>
              <a:gd name="connsiteX1" fmla="*/ 1788254 w 1788254"/>
              <a:gd name="connsiteY1" fmla="*/ 0 h 2967267"/>
              <a:gd name="connsiteX2" fmla="*/ 1788254 w 1788254"/>
              <a:gd name="connsiteY2" fmla="*/ 2967267 h 2967267"/>
              <a:gd name="connsiteX3" fmla="*/ 0 w 1788254"/>
              <a:gd name="connsiteY3" fmla="*/ 2967267 h 29672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88254" h="2967267">
                <a:moveTo>
                  <a:pt x="0" y="0"/>
                </a:moveTo>
                <a:lnTo>
                  <a:pt x="1788254" y="0"/>
                </a:lnTo>
                <a:lnTo>
                  <a:pt x="1788254" y="2967267"/>
                </a:lnTo>
                <a:lnTo>
                  <a:pt x="0" y="2967267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effectLst>
            <a:innerShdw blurRad="25400" dist="25400" dir="18900000">
              <a:prstClr val="black">
                <a:alpha val="20000"/>
              </a:prstClr>
            </a:innerShdw>
          </a:effectLst>
        </p:spPr>
        <p:txBody>
          <a:bodyPr wrap="square" anchor="ctr">
            <a:noAutofit/>
          </a:bodyPr>
          <a:lstStyle>
            <a:lvl1pPr marL="0" indent="0" algn="ctr">
              <a:buNone/>
              <a:defRPr sz="1600" i="1"/>
            </a:lvl1pPr>
          </a:lstStyle>
          <a:p>
            <a:r>
              <a:rPr lang="en-US" noProof="0" dirty="0"/>
              <a:t>Drag &amp; Drop or Insert your picture here</a:t>
            </a:r>
          </a:p>
        </p:txBody>
      </p:sp>
      <p:sp>
        <p:nvSpPr>
          <p:cNvPr id="56" name="Picture Placeholder 55">
            <a:extLst>
              <a:ext uri="{FF2B5EF4-FFF2-40B4-BE49-F238E27FC236}">
                <a16:creationId xmlns:a16="http://schemas.microsoft.com/office/drawing/2014/main" id="{27E02D9A-4D3F-4147-8FEF-502B82AFEF47}"/>
              </a:ext>
            </a:extLst>
          </p:cNvPr>
          <p:cNvSpPr>
            <a:spLocks noGrp="1"/>
          </p:cNvSpPr>
          <p:nvPr userDrawn="1">
            <p:ph type="pic" sz="quarter" idx="11" hasCustomPrompt="1"/>
          </p:nvPr>
        </p:nvSpPr>
        <p:spPr>
          <a:xfrm>
            <a:off x="8011361" y="1945367"/>
            <a:ext cx="1788254" cy="2967267"/>
          </a:xfrm>
          <a:custGeom>
            <a:avLst/>
            <a:gdLst>
              <a:gd name="connsiteX0" fmla="*/ 0 w 1788254"/>
              <a:gd name="connsiteY0" fmla="*/ 0 h 2967267"/>
              <a:gd name="connsiteX1" fmla="*/ 1788254 w 1788254"/>
              <a:gd name="connsiteY1" fmla="*/ 0 h 2967267"/>
              <a:gd name="connsiteX2" fmla="*/ 1788254 w 1788254"/>
              <a:gd name="connsiteY2" fmla="*/ 2967267 h 2967267"/>
              <a:gd name="connsiteX3" fmla="*/ 0 w 1788254"/>
              <a:gd name="connsiteY3" fmla="*/ 2967267 h 29672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88254" h="2967267">
                <a:moveTo>
                  <a:pt x="0" y="0"/>
                </a:moveTo>
                <a:lnTo>
                  <a:pt x="1788254" y="0"/>
                </a:lnTo>
                <a:lnTo>
                  <a:pt x="1788254" y="2967267"/>
                </a:lnTo>
                <a:lnTo>
                  <a:pt x="0" y="2967267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effectLst>
            <a:innerShdw blurRad="25400" dist="25400" dir="18900000">
              <a:prstClr val="black">
                <a:alpha val="20000"/>
              </a:prstClr>
            </a:innerShdw>
          </a:effectLst>
        </p:spPr>
        <p:txBody>
          <a:bodyPr wrap="square" anchor="ctr">
            <a:noAutofit/>
          </a:bodyPr>
          <a:lstStyle>
            <a:lvl1pPr marL="0" indent="0" algn="ctr">
              <a:buNone/>
              <a:defRPr sz="1600" i="1"/>
            </a:lvl1pPr>
          </a:lstStyle>
          <a:p>
            <a:r>
              <a:rPr lang="en-US" noProof="0" dirty="0"/>
              <a:t>Drag &amp; Drop or Insert your picture here</a:t>
            </a:r>
          </a:p>
        </p:txBody>
      </p:sp>
      <p:sp>
        <p:nvSpPr>
          <p:cNvPr id="17" name="Text Placeholder 3">
            <a:extLst>
              <a:ext uri="{FF2B5EF4-FFF2-40B4-BE49-F238E27FC236}">
                <a16:creationId xmlns:a16="http://schemas.microsoft.com/office/drawing/2014/main" id="{BD07865F-6D9E-409A-B106-B4D0D1978EF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 rot="5400000">
            <a:off x="10434954" y="4061104"/>
            <a:ext cx="1843474" cy="954967"/>
          </a:xfrm>
        </p:spPr>
        <p:txBody>
          <a:bodyPr anchor="t">
            <a:noAutofit/>
          </a:bodyPr>
          <a:lstStyle>
            <a:lvl1pPr marL="0" indent="0" algn="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/>
            <a:r>
              <a:rPr lang="en-US" noProof="0"/>
              <a:t>Caption / Credits for Image Here</a:t>
            </a:r>
          </a:p>
        </p:txBody>
      </p:sp>
      <p:sp>
        <p:nvSpPr>
          <p:cNvPr id="18" name="Text Placeholder 3">
            <a:extLst>
              <a:ext uri="{FF2B5EF4-FFF2-40B4-BE49-F238E27FC236}">
                <a16:creationId xmlns:a16="http://schemas.microsoft.com/office/drawing/2014/main" id="{E87DCF10-6525-49A7-97DF-2EEB41E0181F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 rot="5400000">
            <a:off x="4928339" y="4061103"/>
            <a:ext cx="1843471" cy="954967"/>
          </a:xfrm>
        </p:spPr>
        <p:txBody>
          <a:bodyPr anchor="t">
            <a:noAutofit/>
          </a:bodyPr>
          <a:lstStyle>
            <a:lvl1pPr marL="0" indent="0" algn="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/>
            <a:r>
              <a:rPr lang="en-US" noProof="0"/>
              <a:t>Caption / Credits for Image Here</a:t>
            </a:r>
          </a:p>
        </p:txBody>
      </p:sp>
    </p:spTree>
    <p:extLst>
      <p:ext uri="{BB962C8B-B14F-4D97-AF65-F5344CB8AC3E}">
        <p14:creationId xmlns:p14="http://schemas.microsoft.com/office/powerpoint/2010/main" val="285585372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Wal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A close up of a person&#10;&#10;Description automatically generated">
            <a:extLst>
              <a:ext uri="{FF2B5EF4-FFF2-40B4-BE49-F238E27FC236}">
                <a16:creationId xmlns:a16="http://schemas.microsoft.com/office/drawing/2014/main" id="{96DCA362-50CC-49A8-A5A2-5B06F8FE3A5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58000 h 6858000"/>
              <a:gd name="connsiteX3" fmla="*/ 0 w 1219200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4729C17-380A-4800-A187-0E22C674E1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31325" y="2450444"/>
            <a:ext cx="6951720" cy="1771325"/>
          </a:xfrm>
        </p:spPr>
        <p:txBody>
          <a:bodyPr anchor="b">
            <a:normAutofit/>
          </a:bodyPr>
          <a:lstStyle>
            <a:lvl1pPr algn="l">
              <a:defRPr sz="4000" b="1" spc="-150">
                <a:solidFill>
                  <a:schemeClr val="tx1"/>
                </a:solidFill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6059B39-A9FA-4822-B848-FF5C88B958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131325" y="4379993"/>
            <a:ext cx="6951720" cy="931498"/>
          </a:xfrm>
        </p:spPr>
        <p:txBody>
          <a:bodyPr/>
          <a:lstStyle>
            <a:lvl1pPr marL="0" indent="0" algn="l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2523BBA6-8A70-4A66-8734-DCF1D57CBFB2}"/>
              </a:ext>
            </a:extLst>
          </p:cNvPr>
          <p:cNvSpPr>
            <a:spLocks/>
          </p:cNvSpPr>
          <p:nvPr userDrawn="1"/>
        </p:nvSpPr>
        <p:spPr>
          <a:xfrm>
            <a:off x="747085" y="1917516"/>
            <a:ext cx="3022968" cy="3022968"/>
          </a:xfrm>
          <a:prstGeom prst="roundRect">
            <a:avLst>
              <a:gd name="adj" fmla="val 305"/>
            </a:avLst>
          </a:prstGeom>
          <a:solidFill>
            <a:schemeClr val="tx1">
              <a:lumMod val="85000"/>
              <a:lumOff val="15000"/>
            </a:schemeClr>
          </a:solidFill>
          <a:ln w="0">
            <a:noFill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  <a:scene3d>
            <a:camera prst="orthographicFront"/>
            <a:lightRig rig="threePt" dir="t"/>
          </a:scene3d>
          <a:sp3d>
            <a:bevelT w="825500" h="107950" prst="hardEdg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46D4CD3A-5ACA-4999-B83F-271EDAE8443E}"/>
              </a:ext>
            </a:extLst>
          </p:cNvPr>
          <p:cNvSpPr>
            <a:spLocks/>
          </p:cNvSpPr>
          <p:nvPr userDrawn="1"/>
        </p:nvSpPr>
        <p:spPr>
          <a:xfrm>
            <a:off x="915028" y="2085459"/>
            <a:ext cx="2687083" cy="2687083"/>
          </a:xfrm>
          <a:prstGeom prst="roundRect">
            <a:avLst>
              <a:gd name="adj" fmla="val 447"/>
            </a:avLst>
          </a:prstGeom>
          <a:solidFill>
            <a:schemeClr val="bg1">
              <a:lumMod val="95000"/>
            </a:schemeClr>
          </a:solidFill>
          <a:ln w="0">
            <a:noFill/>
          </a:ln>
          <a:effectLst>
            <a:innerShdw blurRad="88900" dist="76200" dir="18900000">
              <a:prstClr val="black">
                <a:alpha val="23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E5F1753F-3555-471B-B36A-AA0D89D61C8B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1176677" y="2347107"/>
            <a:ext cx="2163786" cy="2163786"/>
          </a:xfrm>
          <a:custGeom>
            <a:avLst/>
            <a:gdLst>
              <a:gd name="connsiteX0" fmla="*/ 0 w 4638269"/>
              <a:gd name="connsiteY0" fmla="*/ 0 h 4638269"/>
              <a:gd name="connsiteX1" fmla="*/ 4638269 w 4638269"/>
              <a:gd name="connsiteY1" fmla="*/ 0 h 4638269"/>
              <a:gd name="connsiteX2" fmla="*/ 4638269 w 4638269"/>
              <a:gd name="connsiteY2" fmla="*/ 4638269 h 4638269"/>
              <a:gd name="connsiteX3" fmla="*/ 0 w 4638269"/>
              <a:gd name="connsiteY3" fmla="*/ 4638269 h 46382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638269" h="4638269">
                <a:moveTo>
                  <a:pt x="0" y="0"/>
                </a:moveTo>
                <a:lnTo>
                  <a:pt x="4638269" y="0"/>
                </a:lnTo>
                <a:lnTo>
                  <a:pt x="4638269" y="4638269"/>
                </a:lnTo>
                <a:lnTo>
                  <a:pt x="0" y="4638269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effectLst>
            <a:innerShdw blurRad="25400" dist="25400" dir="18900000">
              <a:prstClr val="black">
                <a:alpha val="20000"/>
              </a:prstClr>
            </a:innerShdw>
          </a:effectLst>
        </p:spPr>
        <p:txBody>
          <a:bodyPr wrap="square" anchor="ctr">
            <a:noAutofit/>
          </a:bodyPr>
          <a:lstStyle>
            <a:lvl1pPr marL="0" indent="0" algn="ctr">
              <a:buNone/>
              <a:defRPr sz="1800" i="1"/>
            </a:lvl1pPr>
          </a:lstStyle>
          <a:p>
            <a:r>
              <a:rPr lang="en-US" noProof="0" dirty="0"/>
              <a:t>Drag &amp; Drop or Insert your picture here</a:t>
            </a:r>
          </a:p>
        </p:txBody>
      </p:sp>
    </p:spTree>
    <p:extLst>
      <p:ext uri="{BB962C8B-B14F-4D97-AF65-F5344CB8AC3E}">
        <p14:creationId xmlns:p14="http://schemas.microsoft.com/office/powerpoint/2010/main" val="264619611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X Mixed Smal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A close up of a person&#10;&#10;Description automatically generated">
            <a:extLst>
              <a:ext uri="{FF2B5EF4-FFF2-40B4-BE49-F238E27FC236}">
                <a16:creationId xmlns:a16="http://schemas.microsoft.com/office/drawing/2014/main" id="{117DDB36-C576-4B62-B67E-A15205E1FCE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58000 h 6858000"/>
              <a:gd name="connsiteX3" fmla="*/ 0 w 1219200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E0FF8D0B-DC60-425D-A8B6-D2FF94C0942A}"/>
              </a:ext>
            </a:extLst>
          </p:cNvPr>
          <p:cNvSpPr>
            <a:spLocks/>
          </p:cNvSpPr>
          <p:nvPr userDrawn="1"/>
        </p:nvSpPr>
        <p:spPr>
          <a:xfrm>
            <a:off x="8045808" y="2293400"/>
            <a:ext cx="3325265" cy="2271201"/>
          </a:xfrm>
          <a:prstGeom prst="roundRect">
            <a:avLst>
              <a:gd name="adj" fmla="val 305"/>
            </a:avLst>
          </a:prstGeom>
          <a:solidFill>
            <a:schemeClr val="tx1">
              <a:lumMod val="85000"/>
              <a:lumOff val="15000"/>
            </a:schemeClr>
          </a:solidFill>
          <a:ln w="0">
            <a:noFill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  <a:scene3d>
            <a:camera prst="orthographicFront"/>
            <a:lightRig rig="threePt" dir="t"/>
          </a:scene3d>
          <a:sp3d>
            <a:bevelT w="825500" h="107950" prst="hardEdg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A1125E09-7FAC-4EB0-96D5-824902AB4D8E}"/>
              </a:ext>
            </a:extLst>
          </p:cNvPr>
          <p:cNvSpPr>
            <a:spLocks/>
          </p:cNvSpPr>
          <p:nvPr userDrawn="1"/>
        </p:nvSpPr>
        <p:spPr>
          <a:xfrm>
            <a:off x="8155158" y="2419578"/>
            <a:ext cx="3106566" cy="2018845"/>
          </a:xfrm>
          <a:prstGeom prst="roundRect">
            <a:avLst>
              <a:gd name="adj" fmla="val 447"/>
            </a:avLst>
          </a:prstGeom>
          <a:solidFill>
            <a:schemeClr val="bg1">
              <a:lumMod val="95000"/>
            </a:schemeClr>
          </a:solidFill>
          <a:ln w="0">
            <a:noFill/>
          </a:ln>
          <a:effectLst>
            <a:innerShdw blurRad="88900" dist="76200" dir="18900000">
              <a:prstClr val="black">
                <a:alpha val="23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8A334F24-44B4-4474-967D-383887D4845A}"/>
              </a:ext>
            </a:extLst>
          </p:cNvPr>
          <p:cNvSpPr>
            <a:spLocks/>
          </p:cNvSpPr>
          <p:nvPr userDrawn="1"/>
        </p:nvSpPr>
        <p:spPr>
          <a:xfrm>
            <a:off x="4833620" y="2054924"/>
            <a:ext cx="1953241" cy="2748153"/>
          </a:xfrm>
          <a:prstGeom prst="roundRect">
            <a:avLst>
              <a:gd name="adj" fmla="val 305"/>
            </a:avLst>
          </a:prstGeom>
          <a:solidFill>
            <a:schemeClr val="tx1">
              <a:lumMod val="85000"/>
              <a:lumOff val="15000"/>
            </a:schemeClr>
          </a:solidFill>
          <a:ln w="0">
            <a:noFill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  <a:scene3d>
            <a:camera prst="orthographicFront"/>
            <a:lightRig rig="threePt" dir="t"/>
          </a:scene3d>
          <a:sp3d>
            <a:bevelT w="825500" h="107950" prst="hardEdg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89CC9F3E-C0BC-4895-92DD-1EB6B3EE9EDE}"/>
              </a:ext>
            </a:extLst>
          </p:cNvPr>
          <p:cNvSpPr>
            <a:spLocks/>
          </p:cNvSpPr>
          <p:nvPr userDrawn="1"/>
        </p:nvSpPr>
        <p:spPr>
          <a:xfrm>
            <a:off x="4976006" y="2207599"/>
            <a:ext cx="1668468" cy="2442803"/>
          </a:xfrm>
          <a:prstGeom prst="roundRect">
            <a:avLst>
              <a:gd name="adj" fmla="val 447"/>
            </a:avLst>
          </a:prstGeom>
          <a:solidFill>
            <a:schemeClr val="bg1">
              <a:lumMod val="95000"/>
            </a:schemeClr>
          </a:solidFill>
          <a:ln w="0">
            <a:noFill/>
          </a:ln>
          <a:effectLst>
            <a:innerShdw blurRad="88900" dist="76200" dir="18900000">
              <a:prstClr val="black">
                <a:alpha val="23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94864038-2949-48F5-B500-17102A047F2F}"/>
              </a:ext>
            </a:extLst>
          </p:cNvPr>
          <p:cNvSpPr>
            <a:spLocks/>
          </p:cNvSpPr>
          <p:nvPr userDrawn="1"/>
        </p:nvSpPr>
        <p:spPr>
          <a:xfrm>
            <a:off x="777771" y="2179840"/>
            <a:ext cx="2498321" cy="2498321"/>
          </a:xfrm>
          <a:prstGeom prst="roundRect">
            <a:avLst>
              <a:gd name="adj" fmla="val 305"/>
            </a:avLst>
          </a:prstGeom>
          <a:solidFill>
            <a:schemeClr val="tx1">
              <a:lumMod val="85000"/>
              <a:lumOff val="15000"/>
            </a:schemeClr>
          </a:solidFill>
          <a:ln w="0">
            <a:noFill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  <a:scene3d>
            <a:camera prst="orthographicFront"/>
            <a:lightRig rig="threePt" dir="t"/>
          </a:scene3d>
          <a:sp3d>
            <a:bevelT w="825500" h="107950" prst="hardEdg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ECCCD5F0-18F3-47F3-8CE1-4EF52BE3C295}"/>
              </a:ext>
            </a:extLst>
          </p:cNvPr>
          <p:cNvSpPr>
            <a:spLocks/>
          </p:cNvSpPr>
          <p:nvPr userDrawn="1"/>
        </p:nvSpPr>
        <p:spPr>
          <a:xfrm>
            <a:off x="938445" y="2351291"/>
            <a:ext cx="2176973" cy="2155419"/>
          </a:xfrm>
          <a:prstGeom prst="roundRect">
            <a:avLst>
              <a:gd name="adj" fmla="val 447"/>
            </a:avLst>
          </a:prstGeom>
          <a:solidFill>
            <a:schemeClr val="bg1">
              <a:lumMod val="95000"/>
            </a:schemeClr>
          </a:solidFill>
          <a:ln w="0">
            <a:noFill/>
          </a:ln>
          <a:effectLst>
            <a:innerShdw blurRad="88900" dist="76200" dir="18900000">
              <a:prstClr val="black">
                <a:alpha val="23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3926C53-330F-4C96-8B93-D4D0E4D90945}"/>
              </a:ext>
            </a:extLst>
          </p:cNvPr>
          <p:cNvSpPr>
            <a:spLocks noGrp="1"/>
          </p:cNvSpPr>
          <p:nvPr userDrawn="1">
            <p:ph type="title"/>
          </p:nvPr>
        </p:nvSpPr>
        <p:spPr/>
        <p:txBody>
          <a:bodyPr/>
          <a:lstStyle/>
          <a:p>
            <a:r>
              <a:rPr lang="en-US" noProof="0"/>
              <a:t>Click to edit Master title style</a:t>
            </a:r>
          </a:p>
        </p:txBody>
      </p:sp>
      <p:sp>
        <p:nvSpPr>
          <p:cNvPr id="34" name="Picture Placeholder 33">
            <a:extLst>
              <a:ext uri="{FF2B5EF4-FFF2-40B4-BE49-F238E27FC236}">
                <a16:creationId xmlns:a16="http://schemas.microsoft.com/office/drawing/2014/main" id="{64F44E5F-AF9E-4E5B-9EA5-F94D8DC91432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1132804" y="2534873"/>
            <a:ext cx="1788254" cy="1788254"/>
          </a:xfrm>
          <a:custGeom>
            <a:avLst/>
            <a:gdLst>
              <a:gd name="connsiteX0" fmla="*/ 0 w 1788254"/>
              <a:gd name="connsiteY0" fmla="*/ 0 h 1788254"/>
              <a:gd name="connsiteX1" fmla="*/ 1788254 w 1788254"/>
              <a:gd name="connsiteY1" fmla="*/ 0 h 1788254"/>
              <a:gd name="connsiteX2" fmla="*/ 1788254 w 1788254"/>
              <a:gd name="connsiteY2" fmla="*/ 1788254 h 1788254"/>
              <a:gd name="connsiteX3" fmla="*/ 0 w 1788254"/>
              <a:gd name="connsiteY3" fmla="*/ 1788254 h 17882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88254" h="1788254">
                <a:moveTo>
                  <a:pt x="0" y="0"/>
                </a:moveTo>
                <a:lnTo>
                  <a:pt x="1788254" y="0"/>
                </a:lnTo>
                <a:lnTo>
                  <a:pt x="1788254" y="1788254"/>
                </a:lnTo>
                <a:lnTo>
                  <a:pt x="0" y="1788254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effectLst>
            <a:innerShdw blurRad="25400" dist="25400" dir="18900000">
              <a:prstClr val="black">
                <a:alpha val="20000"/>
              </a:prstClr>
            </a:innerShdw>
          </a:effectLst>
        </p:spPr>
        <p:txBody>
          <a:bodyPr wrap="square" anchor="ctr">
            <a:noAutofit/>
          </a:bodyPr>
          <a:lstStyle>
            <a:lvl1pPr marL="0" indent="0" algn="ctr">
              <a:buNone/>
              <a:defRPr sz="1600" i="1"/>
            </a:lvl1pPr>
          </a:lstStyle>
          <a:p>
            <a:r>
              <a:rPr lang="en-US" noProof="0" dirty="0"/>
              <a:t>Drag &amp; Drop or Insert your picture here</a:t>
            </a:r>
          </a:p>
        </p:txBody>
      </p:sp>
      <p:sp>
        <p:nvSpPr>
          <p:cNvPr id="35" name="Picture Placeholder 34">
            <a:extLst>
              <a:ext uri="{FF2B5EF4-FFF2-40B4-BE49-F238E27FC236}">
                <a16:creationId xmlns:a16="http://schemas.microsoft.com/office/drawing/2014/main" id="{FDB55E94-F7C8-4EF5-911C-6A02F5A642E1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5255059" y="2507781"/>
            <a:ext cx="1110365" cy="1842440"/>
          </a:xfrm>
          <a:custGeom>
            <a:avLst/>
            <a:gdLst>
              <a:gd name="connsiteX0" fmla="*/ 0 w 1110365"/>
              <a:gd name="connsiteY0" fmla="*/ 0 h 1842440"/>
              <a:gd name="connsiteX1" fmla="*/ 1110365 w 1110365"/>
              <a:gd name="connsiteY1" fmla="*/ 0 h 1842440"/>
              <a:gd name="connsiteX2" fmla="*/ 1110365 w 1110365"/>
              <a:gd name="connsiteY2" fmla="*/ 1842440 h 1842440"/>
              <a:gd name="connsiteX3" fmla="*/ 0 w 1110365"/>
              <a:gd name="connsiteY3" fmla="*/ 1842440 h 18424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10365" h="1842440">
                <a:moveTo>
                  <a:pt x="0" y="0"/>
                </a:moveTo>
                <a:lnTo>
                  <a:pt x="1110365" y="0"/>
                </a:lnTo>
                <a:lnTo>
                  <a:pt x="1110365" y="1842440"/>
                </a:lnTo>
                <a:lnTo>
                  <a:pt x="0" y="1842440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effectLst>
            <a:innerShdw blurRad="25400" dist="25400" dir="18900000">
              <a:prstClr val="black">
                <a:alpha val="20000"/>
              </a:prstClr>
            </a:innerShdw>
          </a:effectLst>
        </p:spPr>
        <p:txBody>
          <a:bodyPr wrap="square" anchor="ctr">
            <a:noAutofit/>
          </a:bodyPr>
          <a:lstStyle>
            <a:lvl1pPr marL="0" indent="0" algn="ctr">
              <a:buNone/>
              <a:defRPr sz="1600" i="1"/>
            </a:lvl1pPr>
          </a:lstStyle>
          <a:p>
            <a:r>
              <a:rPr lang="en-US" noProof="0" dirty="0"/>
              <a:t>Drag &amp; Drop or Insert your picture here</a:t>
            </a:r>
          </a:p>
        </p:txBody>
      </p:sp>
      <p:sp>
        <p:nvSpPr>
          <p:cNvPr id="37" name="Picture Placeholder 36">
            <a:extLst>
              <a:ext uri="{FF2B5EF4-FFF2-40B4-BE49-F238E27FC236}">
                <a16:creationId xmlns:a16="http://schemas.microsoft.com/office/drawing/2014/main" id="{8D17EDFC-2F37-481D-96AE-1FECA3092BBC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8626549" y="2868266"/>
            <a:ext cx="2163787" cy="1121469"/>
          </a:xfrm>
          <a:custGeom>
            <a:avLst/>
            <a:gdLst>
              <a:gd name="connsiteX0" fmla="*/ 0 w 2163787"/>
              <a:gd name="connsiteY0" fmla="*/ 0 h 1121469"/>
              <a:gd name="connsiteX1" fmla="*/ 2163787 w 2163787"/>
              <a:gd name="connsiteY1" fmla="*/ 0 h 1121469"/>
              <a:gd name="connsiteX2" fmla="*/ 2163787 w 2163787"/>
              <a:gd name="connsiteY2" fmla="*/ 1121469 h 1121469"/>
              <a:gd name="connsiteX3" fmla="*/ 0 w 2163787"/>
              <a:gd name="connsiteY3" fmla="*/ 1121469 h 11214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163787" h="1121469">
                <a:moveTo>
                  <a:pt x="0" y="0"/>
                </a:moveTo>
                <a:lnTo>
                  <a:pt x="2163787" y="0"/>
                </a:lnTo>
                <a:lnTo>
                  <a:pt x="2163787" y="1121469"/>
                </a:lnTo>
                <a:lnTo>
                  <a:pt x="0" y="1121469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effectLst>
            <a:innerShdw blurRad="25400" dist="25400" dir="18900000">
              <a:prstClr val="black">
                <a:alpha val="20000"/>
              </a:prstClr>
            </a:innerShdw>
          </a:effectLst>
        </p:spPr>
        <p:txBody>
          <a:bodyPr wrap="square" anchor="ctr">
            <a:noAutofit/>
          </a:bodyPr>
          <a:lstStyle>
            <a:lvl1pPr marL="0" indent="0" algn="ctr">
              <a:buNone/>
              <a:defRPr sz="1600" i="1"/>
            </a:lvl1pPr>
          </a:lstStyle>
          <a:p>
            <a:r>
              <a:rPr lang="en-US" noProof="0" dirty="0"/>
              <a:t>Drag &amp; Drop or Insert your picture here</a:t>
            </a:r>
          </a:p>
        </p:txBody>
      </p:sp>
      <p:sp>
        <p:nvSpPr>
          <p:cNvPr id="21" name="Text Placeholder 3">
            <a:extLst>
              <a:ext uri="{FF2B5EF4-FFF2-40B4-BE49-F238E27FC236}">
                <a16:creationId xmlns:a16="http://schemas.microsoft.com/office/drawing/2014/main" id="{6E03BAD9-4538-4222-BBB6-7F2A3636C16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 rot="5400000">
            <a:off x="9969788" y="5370782"/>
            <a:ext cx="2013340" cy="789229"/>
          </a:xfrm>
        </p:spPr>
        <p:txBody>
          <a:bodyPr anchor="t">
            <a:noAutofit/>
          </a:bodyPr>
          <a:lstStyle>
            <a:lvl1pPr marL="0" indent="0" algn="l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/>
            <a:r>
              <a:rPr lang="en-US" noProof="0"/>
              <a:t>Caption / Credits for Image Here</a:t>
            </a:r>
          </a:p>
        </p:txBody>
      </p:sp>
      <p:sp>
        <p:nvSpPr>
          <p:cNvPr id="24" name="Text Placeholder 3">
            <a:extLst>
              <a:ext uri="{FF2B5EF4-FFF2-40B4-BE49-F238E27FC236}">
                <a16:creationId xmlns:a16="http://schemas.microsoft.com/office/drawing/2014/main" id="{0F9A26A1-EEF7-42A6-AD1C-F0A0280FA64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 rot="5400000">
            <a:off x="5397249" y="5478828"/>
            <a:ext cx="2013340" cy="789229"/>
          </a:xfrm>
        </p:spPr>
        <p:txBody>
          <a:bodyPr anchor="t">
            <a:noAutofit/>
          </a:bodyPr>
          <a:lstStyle>
            <a:lvl1pPr marL="0" indent="0" algn="l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/>
            <a:r>
              <a:rPr lang="en-US" noProof="0"/>
              <a:t>Caption / Credits for Image Here</a:t>
            </a:r>
          </a:p>
        </p:txBody>
      </p:sp>
      <p:sp>
        <p:nvSpPr>
          <p:cNvPr id="25" name="Text Placeholder 3">
            <a:extLst>
              <a:ext uri="{FF2B5EF4-FFF2-40B4-BE49-F238E27FC236}">
                <a16:creationId xmlns:a16="http://schemas.microsoft.com/office/drawing/2014/main" id="{0B209A57-BBF8-4BC9-8759-F14813CFD92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 rot="5400000">
            <a:off x="1880643" y="5370785"/>
            <a:ext cx="2013340" cy="789229"/>
          </a:xfrm>
        </p:spPr>
        <p:txBody>
          <a:bodyPr anchor="t">
            <a:noAutofit/>
          </a:bodyPr>
          <a:lstStyle>
            <a:lvl1pPr marL="0" indent="0" algn="l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/>
            <a:r>
              <a:rPr lang="en-US" noProof="0"/>
              <a:t>Caption / Credits for Image Here</a:t>
            </a:r>
          </a:p>
        </p:txBody>
      </p:sp>
    </p:spTree>
    <p:extLst>
      <p:ext uri="{BB962C8B-B14F-4D97-AF65-F5344CB8AC3E}">
        <p14:creationId xmlns:p14="http://schemas.microsoft.com/office/powerpoint/2010/main" val="112944727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X Mixed Mediu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A close up of a person&#10;&#10;Description automatically generated">
            <a:extLst>
              <a:ext uri="{FF2B5EF4-FFF2-40B4-BE49-F238E27FC236}">
                <a16:creationId xmlns:a16="http://schemas.microsoft.com/office/drawing/2014/main" id="{117DDB36-C576-4B62-B67E-A15205E1FCE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58000 h 6858000"/>
              <a:gd name="connsiteX3" fmla="*/ 0 w 1219200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44" name="Rectangle: Rounded Corners 43">
            <a:extLst>
              <a:ext uri="{FF2B5EF4-FFF2-40B4-BE49-F238E27FC236}">
                <a16:creationId xmlns:a16="http://schemas.microsoft.com/office/drawing/2014/main" id="{869B48DB-173C-4CE1-8EF6-EFC513E739F1}"/>
              </a:ext>
            </a:extLst>
          </p:cNvPr>
          <p:cNvSpPr>
            <a:spLocks/>
          </p:cNvSpPr>
          <p:nvPr/>
        </p:nvSpPr>
        <p:spPr>
          <a:xfrm>
            <a:off x="6509973" y="1502892"/>
            <a:ext cx="5355373" cy="3657792"/>
          </a:xfrm>
          <a:prstGeom prst="roundRect">
            <a:avLst>
              <a:gd name="adj" fmla="val 305"/>
            </a:avLst>
          </a:prstGeom>
          <a:solidFill>
            <a:schemeClr val="tx1">
              <a:lumMod val="85000"/>
              <a:lumOff val="15000"/>
            </a:schemeClr>
          </a:solidFill>
          <a:ln w="0">
            <a:noFill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  <a:scene3d>
            <a:camera prst="orthographicFront"/>
            <a:lightRig rig="threePt" dir="t"/>
          </a:scene3d>
          <a:sp3d>
            <a:bevelT w="825500" h="107950" prst="hardEdg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47" name="Rectangle: Rounded Corners 46">
            <a:extLst>
              <a:ext uri="{FF2B5EF4-FFF2-40B4-BE49-F238E27FC236}">
                <a16:creationId xmlns:a16="http://schemas.microsoft.com/office/drawing/2014/main" id="{68096F67-2853-426F-8D57-FF3423F35F38}"/>
              </a:ext>
            </a:extLst>
          </p:cNvPr>
          <p:cNvSpPr>
            <a:spLocks/>
          </p:cNvSpPr>
          <p:nvPr/>
        </p:nvSpPr>
        <p:spPr>
          <a:xfrm>
            <a:off x="6686082" y="1706103"/>
            <a:ext cx="5003156" cy="3251371"/>
          </a:xfrm>
          <a:prstGeom prst="roundRect">
            <a:avLst>
              <a:gd name="adj" fmla="val 447"/>
            </a:avLst>
          </a:prstGeom>
          <a:solidFill>
            <a:schemeClr val="bg1">
              <a:lumMod val="95000"/>
            </a:schemeClr>
          </a:solidFill>
          <a:ln w="0">
            <a:noFill/>
          </a:ln>
          <a:effectLst>
            <a:innerShdw blurRad="88900" dist="76200" dir="18900000">
              <a:prstClr val="black">
                <a:alpha val="23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0" name="Rectangle: Rounded Corners 49">
            <a:extLst>
              <a:ext uri="{FF2B5EF4-FFF2-40B4-BE49-F238E27FC236}">
                <a16:creationId xmlns:a16="http://schemas.microsoft.com/office/drawing/2014/main" id="{824E0007-726F-4223-A8E3-F098A3876BEA}"/>
              </a:ext>
            </a:extLst>
          </p:cNvPr>
          <p:cNvSpPr>
            <a:spLocks/>
          </p:cNvSpPr>
          <p:nvPr/>
        </p:nvSpPr>
        <p:spPr>
          <a:xfrm>
            <a:off x="3339267" y="1502892"/>
            <a:ext cx="2731965" cy="2731965"/>
          </a:xfrm>
          <a:prstGeom prst="roundRect">
            <a:avLst>
              <a:gd name="adj" fmla="val 305"/>
            </a:avLst>
          </a:prstGeom>
          <a:solidFill>
            <a:schemeClr val="tx1">
              <a:lumMod val="85000"/>
              <a:lumOff val="15000"/>
            </a:schemeClr>
          </a:solidFill>
          <a:ln w="0">
            <a:noFill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  <a:scene3d>
            <a:camera prst="orthographicFront"/>
            <a:lightRig rig="threePt" dir="t"/>
          </a:scene3d>
          <a:sp3d>
            <a:bevelT w="825500" h="107950" prst="hardEdg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6" name="Rectangle: Rounded Corners 55">
            <a:extLst>
              <a:ext uri="{FF2B5EF4-FFF2-40B4-BE49-F238E27FC236}">
                <a16:creationId xmlns:a16="http://schemas.microsoft.com/office/drawing/2014/main" id="{71DB7A1E-6CD2-4A43-BB30-E31B10FEC0A8}"/>
              </a:ext>
            </a:extLst>
          </p:cNvPr>
          <p:cNvSpPr>
            <a:spLocks/>
          </p:cNvSpPr>
          <p:nvPr/>
        </p:nvSpPr>
        <p:spPr>
          <a:xfrm>
            <a:off x="3514967" y="1690377"/>
            <a:ext cx="2380564" cy="2356994"/>
          </a:xfrm>
          <a:prstGeom prst="roundRect">
            <a:avLst>
              <a:gd name="adj" fmla="val 447"/>
            </a:avLst>
          </a:prstGeom>
          <a:solidFill>
            <a:schemeClr val="bg1">
              <a:lumMod val="95000"/>
            </a:schemeClr>
          </a:solidFill>
          <a:ln w="0">
            <a:noFill/>
          </a:ln>
          <a:effectLst>
            <a:innerShdw blurRad="88900" dist="76200" dir="18900000">
              <a:prstClr val="black">
                <a:alpha val="23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9" name="Rectangle: Rounded Corners 58">
            <a:extLst>
              <a:ext uri="{FF2B5EF4-FFF2-40B4-BE49-F238E27FC236}">
                <a16:creationId xmlns:a16="http://schemas.microsoft.com/office/drawing/2014/main" id="{CF95C257-8CD8-4F86-BF70-CAA168CA69E9}"/>
              </a:ext>
            </a:extLst>
          </p:cNvPr>
          <p:cNvSpPr>
            <a:spLocks/>
          </p:cNvSpPr>
          <p:nvPr/>
        </p:nvSpPr>
        <p:spPr>
          <a:xfrm>
            <a:off x="301365" y="1502892"/>
            <a:ext cx="2599162" cy="3656945"/>
          </a:xfrm>
          <a:prstGeom prst="roundRect">
            <a:avLst>
              <a:gd name="adj" fmla="val 305"/>
            </a:avLst>
          </a:prstGeom>
          <a:solidFill>
            <a:schemeClr val="tx1">
              <a:lumMod val="85000"/>
              <a:lumOff val="15000"/>
            </a:schemeClr>
          </a:solidFill>
          <a:ln w="0">
            <a:noFill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  <a:scene3d>
            <a:camera prst="orthographicFront"/>
            <a:lightRig rig="threePt" dir="t"/>
          </a:scene3d>
          <a:sp3d>
            <a:bevelT w="825500" h="107950" prst="hardEdg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60" name="Rectangle: Rounded Corners 59">
            <a:extLst>
              <a:ext uri="{FF2B5EF4-FFF2-40B4-BE49-F238E27FC236}">
                <a16:creationId xmlns:a16="http://schemas.microsoft.com/office/drawing/2014/main" id="{739B31DF-C0E0-4F5E-9781-3F964486F57C}"/>
              </a:ext>
            </a:extLst>
          </p:cNvPr>
          <p:cNvSpPr>
            <a:spLocks/>
          </p:cNvSpPr>
          <p:nvPr/>
        </p:nvSpPr>
        <p:spPr>
          <a:xfrm>
            <a:off x="490837" y="1706056"/>
            <a:ext cx="2220217" cy="3250618"/>
          </a:xfrm>
          <a:prstGeom prst="roundRect">
            <a:avLst>
              <a:gd name="adj" fmla="val 447"/>
            </a:avLst>
          </a:prstGeom>
          <a:solidFill>
            <a:schemeClr val="bg1">
              <a:lumMod val="95000"/>
            </a:schemeClr>
          </a:solidFill>
          <a:ln w="0">
            <a:noFill/>
          </a:ln>
          <a:effectLst>
            <a:innerShdw blurRad="88900" dist="76200" dir="18900000">
              <a:prstClr val="black">
                <a:alpha val="23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3926C53-330F-4C96-8B93-D4D0E4D90945}"/>
              </a:ext>
            </a:extLst>
          </p:cNvPr>
          <p:cNvSpPr>
            <a:spLocks noGrp="1"/>
          </p:cNvSpPr>
          <p:nvPr userDrawn="1">
            <p:ph type="title"/>
          </p:nvPr>
        </p:nvSpPr>
        <p:spPr/>
        <p:txBody>
          <a:bodyPr/>
          <a:lstStyle/>
          <a:p>
            <a:r>
              <a:rPr lang="en-US" noProof="0"/>
              <a:t>Click to edit Master title style</a:t>
            </a:r>
          </a:p>
        </p:txBody>
      </p:sp>
      <p:sp>
        <p:nvSpPr>
          <p:cNvPr id="63" name="Picture Placeholder 62">
            <a:extLst>
              <a:ext uri="{FF2B5EF4-FFF2-40B4-BE49-F238E27FC236}">
                <a16:creationId xmlns:a16="http://schemas.microsoft.com/office/drawing/2014/main" id="{4DF200DA-328E-4A85-BB27-B5433C433779}"/>
              </a:ext>
            </a:extLst>
          </p:cNvPr>
          <p:cNvSpPr>
            <a:spLocks noGrp="1"/>
          </p:cNvSpPr>
          <p:nvPr userDrawn="1">
            <p:ph type="pic" sz="quarter" idx="10" hasCustomPrompt="1"/>
          </p:nvPr>
        </p:nvSpPr>
        <p:spPr>
          <a:xfrm>
            <a:off x="862169" y="2105505"/>
            <a:ext cx="1477554" cy="2451720"/>
          </a:xfrm>
          <a:custGeom>
            <a:avLst/>
            <a:gdLst>
              <a:gd name="connsiteX0" fmla="*/ 0 w 1477554"/>
              <a:gd name="connsiteY0" fmla="*/ 0 h 2451720"/>
              <a:gd name="connsiteX1" fmla="*/ 1477554 w 1477554"/>
              <a:gd name="connsiteY1" fmla="*/ 0 h 2451720"/>
              <a:gd name="connsiteX2" fmla="*/ 1477554 w 1477554"/>
              <a:gd name="connsiteY2" fmla="*/ 2451720 h 2451720"/>
              <a:gd name="connsiteX3" fmla="*/ 0 w 1477554"/>
              <a:gd name="connsiteY3" fmla="*/ 2451720 h 2451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477554" h="2451720">
                <a:moveTo>
                  <a:pt x="0" y="0"/>
                </a:moveTo>
                <a:lnTo>
                  <a:pt x="1477554" y="0"/>
                </a:lnTo>
                <a:lnTo>
                  <a:pt x="1477554" y="2451720"/>
                </a:lnTo>
                <a:lnTo>
                  <a:pt x="0" y="2451720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effectLst>
            <a:innerShdw blurRad="25400" dist="25400" dir="18900000">
              <a:prstClr val="black">
                <a:alpha val="20000"/>
              </a:prstClr>
            </a:innerShdw>
          </a:effectLst>
        </p:spPr>
        <p:txBody>
          <a:bodyPr wrap="square" anchor="ctr">
            <a:noAutofit/>
          </a:bodyPr>
          <a:lstStyle>
            <a:lvl1pPr marL="0" indent="0" algn="ctr">
              <a:buNone/>
              <a:defRPr sz="1600" i="1"/>
            </a:lvl1pPr>
          </a:lstStyle>
          <a:p>
            <a:r>
              <a:rPr lang="en-US" noProof="0" dirty="0"/>
              <a:t>Drag &amp; Drop or Insert your picture here</a:t>
            </a:r>
          </a:p>
        </p:txBody>
      </p:sp>
      <p:sp>
        <p:nvSpPr>
          <p:cNvPr id="64" name="Picture Placeholder 63">
            <a:extLst>
              <a:ext uri="{FF2B5EF4-FFF2-40B4-BE49-F238E27FC236}">
                <a16:creationId xmlns:a16="http://schemas.microsoft.com/office/drawing/2014/main" id="{0E7FDAE0-E65D-4DEA-8FD4-756B8093AC65}"/>
              </a:ext>
            </a:extLst>
          </p:cNvPr>
          <p:cNvSpPr>
            <a:spLocks noGrp="1"/>
          </p:cNvSpPr>
          <p:nvPr userDrawn="1">
            <p:ph type="pic" sz="quarter" idx="11" hasCustomPrompt="1"/>
          </p:nvPr>
        </p:nvSpPr>
        <p:spPr>
          <a:xfrm>
            <a:off x="3727503" y="1891128"/>
            <a:ext cx="1955492" cy="1955492"/>
          </a:xfrm>
          <a:custGeom>
            <a:avLst/>
            <a:gdLst>
              <a:gd name="connsiteX0" fmla="*/ 0 w 1955492"/>
              <a:gd name="connsiteY0" fmla="*/ 0 h 1955492"/>
              <a:gd name="connsiteX1" fmla="*/ 1955492 w 1955492"/>
              <a:gd name="connsiteY1" fmla="*/ 0 h 1955492"/>
              <a:gd name="connsiteX2" fmla="*/ 1955492 w 1955492"/>
              <a:gd name="connsiteY2" fmla="*/ 1955492 h 1955492"/>
              <a:gd name="connsiteX3" fmla="*/ 0 w 1955492"/>
              <a:gd name="connsiteY3" fmla="*/ 1955492 h 19554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55492" h="1955492">
                <a:moveTo>
                  <a:pt x="0" y="0"/>
                </a:moveTo>
                <a:lnTo>
                  <a:pt x="1955492" y="0"/>
                </a:lnTo>
                <a:lnTo>
                  <a:pt x="1955492" y="1955492"/>
                </a:lnTo>
                <a:lnTo>
                  <a:pt x="0" y="1955492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effectLst>
            <a:innerShdw blurRad="25400" dist="25400" dir="18900000">
              <a:prstClr val="black">
                <a:alpha val="20000"/>
              </a:prstClr>
            </a:innerShdw>
          </a:effectLst>
        </p:spPr>
        <p:txBody>
          <a:bodyPr wrap="square" anchor="ctr">
            <a:noAutofit/>
          </a:bodyPr>
          <a:lstStyle>
            <a:lvl1pPr marL="0" indent="0" algn="ctr">
              <a:buNone/>
              <a:defRPr sz="1600" i="1"/>
            </a:lvl1pPr>
          </a:lstStyle>
          <a:p>
            <a:r>
              <a:rPr lang="en-US" noProof="0" dirty="0"/>
              <a:t>Drag &amp; Drop or Insert your picture here</a:t>
            </a:r>
          </a:p>
        </p:txBody>
      </p:sp>
      <p:sp>
        <p:nvSpPr>
          <p:cNvPr id="65" name="Picture Placeholder 64">
            <a:extLst>
              <a:ext uri="{FF2B5EF4-FFF2-40B4-BE49-F238E27FC236}">
                <a16:creationId xmlns:a16="http://schemas.microsoft.com/office/drawing/2014/main" id="{82AB263E-3739-461F-B86A-EC7DAF615963}"/>
              </a:ext>
            </a:extLst>
          </p:cNvPr>
          <p:cNvSpPr>
            <a:spLocks noGrp="1"/>
          </p:cNvSpPr>
          <p:nvPr userDrawn="1">
            <p:ph type="pic" sz="quarter" idx="12" hasCustomPrompt="1"/>
          </p:nvPr>
        </p:nvSpPr>
        <p:spPr>
          <a:xfrm>
            <a:off x="7445259" y="2428720"/>
            <a:ext cx="3484801" cy="1806136"/>
          </a:xfrm>
          <a:custGeom>
            <a:avLst/>
            <a:gdLst>
              <a:gd name="connsiteX0" fmla="*/ 0 w 3484801"/>
              <a:gd name="connsiteY0" fmla="*/ 0 h 1806136"/>
              <a:gd name="connsiteX1" fmla="*/ 3484801 w 3484801"/>
              <a:gd name="connsiteY1" fmla="*/ 0 h 1806136"/>
              <a:gd name="connsiteX2" fmla="*/ 3484801 w 3484801"/>
              <a:gd name="connsiteY2" fmla="*/ 1806136 h 1806136"/>
              <a:gd name="connsiteX3" fmla="*/ 0 w 3484801"/>
              <a:gd name="connsiteY3" fmla="*/ 1806136 h 18061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484801" h="1806136">
                <a:moveTo>
                  <a:pt x="0" y="0"/>
                </a:moveTo>
                <a:lnTo>
                  <a:pt x="3484801" y="0"/>
                </a:lnTo>
                <a:lnTo>
                  <a:pt x="3484801" y="1806136"/>
                </a:lnTo>
                <a:lnTo>
                  <a:pt x="0" y="1806136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effectLst>
            <a:innerShdw blurRad="25400" dist="25400" dir="18900000">
              <a:prstClr val="black">
                <a:alpha val="20000"/>
              </a:prstClr>
            </a:innerShdw>
          </a:effectLst>
        </p:spPr>
        <p:txBody>
          <a:bodyPr wrap="square" anchor="ctr">
            <a:noAutofit/>
          </a:bodyPr>
          <a:lstStyle>
            <a:lvl1pPr marL="0" indent="0" algn="ctr">
              <a:buNone/>
              <a:defRPr sz="1600" i="1"/>
            </a:lvl1pPr>
          </a:lstStyle>
          <a:p>
            <a:r>
              <a:rPr lang="en-US" noProof="0" dirty="0"/>
              <a:t>Drag &amp; Drop or Insert your picture here</a:t>
            </a: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3C6CCC41-DB90-4AF9-9F0E-2795A979F34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 rot="5400000">
            <a:off x="10480498" y="5649262"/>
            <a:ext cx="1628251" cy="789229"/>
          </a:xfrm>
        </p:spPr>
        <p:txBody>
          <a:bodyPr anchor="t">
            <a:noAutofit/>
          </a:bodyPr>
          <a:lstStyle>
            <a:lvl1pPr marL="0" indent="0" algn="l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/>
            <a:r>
              <a:rPr lang="en-US" noProof="0"/>
              <a:t>Caption / Credits for Image Here</a:t>
            </a:r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1F4A22D6-1921-491E-8D69-4B42583AD04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 rot="5400000">
            <a:off x="4493858" y="4926280"/>
            <a:ext cx="2013340" cy="789229"/>
          </a:xfrm>
        </p:spPr>
        <p:txBody>
          <a:bodyPr anchor="t">
            <a:noAutofit/>
          </a:bodyPr>
          <a:lstStyle>
            <a:lvl1pPr marL="0" indent="0" algn="l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/>
            <a:r>
              <a:rPr lang="en-US" noProof="0"/>
              <a:t>Caption / Credits for Image Here</a:t>
            </a:r>
          </a:p>
        </p:txBody>
      </p:sp>
      <p:sp>
        <p:nvSpPr>
          <p:cNvPr id="16" name="Text Placeholder 3">
            <a:extLst>
              <a:ext uri="{FF2B5EF4-FFF2-40B4-BE49-F238E27FC236}">
                <a16:creationId xmlns:a16="http://schemas.microsoft.com/office/drawing/2014/main" id="{6FD2737E-6769-4498-BED3-D4BF12D2605B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 rot="5400000">
            <a:off x="1500535" y="5649262"/>
            <a:ext cx="1628252" cy="789229"/>
          </a:xfrm>
        </p:spPr>
        <p:txBody>
          <a:bodyPr anchor="t">
            <a:noAutofit/>
          </a:bodyPr>
          <a:lstStyle>
            <a:lvl1pPr marL="0" indent="0" algn="l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/>
            <a:r>
              <a:rPr lang="en-US" noProof="0"/>
              <a:t>Caption / Credits for Image Here</a:t>
            </a:r>
          </a:p>
        </p:txBody>
      </p:sp>
    </p:spTree>
    <p:extLst>
      <p:ext uri="{BB962C8B-B14F-4D97-AF65-F5344CB8AC3E}">
        <p14:creationId xmlns:p14="http://schemas.microsoft.com/office/powerpoint/2010/main" val="254201602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 X Mixed Smal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" name="Picture 62" descr="A close up of a person&#10;&#10;Description automatically generated">
            <a:extLst>
              <a:ext uri="{FF2B5EF4-FFF2-40B4-BE49-F238E27FC236}">
                <a16:creationId xmlns:a16="http://schemas.microsoft.com/office/drawing/2014/main" id="{85BD55FF-A21F-4ECE-8AA9-DE8836C331C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58000 h 6858000"/>
              <a:gd name="connsiteX3" fmla="*/ 0 w 1219200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3926C53-330F-4C96-8B93-D4D0E4D90945}"/>
              </a:ext>
            </a:extLst>
          </p:cNvPr>
          <p:cNvSpPr>
            <a:spLocks noGrp="1"/>
          </p:cNvSpPr>
          <p:nvPr userDrawn="1">
            <p:ph type="title"/>
          </p:nvPr>
        </p:nvSpPr>
        <p:spPr/>
        <p:txBody>
          <a:bodyPr/>
          <a:lstStyle/>
          <a:p>
            <a:r>
              <a:rPr lang="en-US" noProof="0"/>
              <a:t>Click to edit Master title style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B0FCDB95-2B24-4723-8E3C-5279578AED44}"/>
              </a:ext>
            </a:extLst>
          </p:cNvPr>
          <p:cNvSpPr>
            <a:spLocks/>
          </p:cNvSpPr>
          <p:nvPr/>
        </p:nvSpPr>
        <p:spPr>
          <a:xfrm>
            <a:off x="560283" y="3569339"/>
            <a:ext cx="1953241" cy="2748153"/>
          </a:xfrm>
          <a:prstGeom prst="roundRect">
            <a:avLst>
              <a:gd name="adj" fmla="val 305"/>
            </a:avLst>
          </a:prstGeom>
          <a:solidFill>
            <a:schemeClr val="tx1">
              <a:lumMod val="85000"/>
              <a:lumOff val="15000"/>
            </a:schemeClr>
          </a:solidFill>
          <a:ln w="0">
            <a:noFill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  <a:scene3d>
            <a:camera prst="orthographicFront"/>
            <a:lightRig rig="threePt" dir="t"/>
          </a:scene3d>
          <a:sp3d>
            <a:bevelT w="825500" h="107950" prst="hardEdg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0926F7D2-94DE-4D9C-B5CB-D1E8AC8A9592}"/>
              </a:ext>
            </a:extLst>
          </p:cNvPr>
          <p:cNvSpPr>
            <a:spLocks/>
          </p:cNvSpPr>
          <p:nvPr/>
        </p:nvSpPr>
        <p:spPr>
          <a:xfrm>
            <a:off x="702669" y="3722014"/>
            <a:ext cx="1668468" cy="2442803"/>
          </a:xfrm>
          <a:prstGeom prst="roundRect">
            <a:avLst>
              <a:gd name="adj" fmla="val 447"/>
            </a:avLst>
          </a:prstGeom>
          <a:solidFill>
            <a:schemeClr val="bg1">
              <a:lumMod val="95000"/>
            </a:schemeClr>
          </a:solidFill>
          <a:ln w="0">
            <a:noFill/>
          </a:ln>
          <a:effectLst>
            <a:innerShdw blurRad="88900" dist="76200" dir="18900000">
              <a:prstClr val="black">
                <a:alpha val="23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6DB224D8-04A5-40D3-8B2E-A8B993429E3A}"/>
              </a:ext>
            </a:extLst>
          </p:cNvPr>
          <p:cNvSpPr>
            <a:spLocks/>
          </p:cNvSpPr>
          <p:nvPr/>
        </p:nvSpPr>
        <p:spPr>
          <a:xfrm>
            <a:off x="575503" y="630440"/>
            <a:ext cx="2498321" cy="2498321"/>
          </a:xfrm>
          <a:prstGeom prst="roundRect">
            <a:avLst>
              <a:gd name="adj" fmla="val 305"/>
            </a:avLst>
          </a:prstGeom>
          <a:solidFill>
            <a:schemeClr val="tx1">
              <a:lumMod val="85000"/>
              <a:lumOff val="15000"/>
            </a:schemeClr>
          </a:solidFill>
          <a:ln w="0">
            <a:noFill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  <a:scene3d>
            <a:camera prst="orthographicFront"/>
            <a:lightRig rig="threePt" dir="t"/>
          </a:scene3d>
          <a:sp3d>
            <a:bevelT w="825500" h="107950" prst="hardEdg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FB7CD0ED-C07D-4187-9F7A-66D5B527617B}"/>
              </a:ext>
            </a:extLst>
          </p:cNvPr>
          <p:cNvSpPr>
            <a:spLocks/>
          </p:cNvSpPr>
          <p:nvPr/>
        </p:nvSpPr>
        <p:spPr>
          <a:xfrm>
            <a:off x="736177" y="801891"/>
            <a:ext cx="2176973" cy="2155419"/>
          </a:xfrm>
          <a:prstGeom prst="roundRect">
            <a:avLst>
              <a:gd name="adj" fmla="val 447"/>
            </a:avLst>
          </a:prstGeom>
          <a:solidFill>
            <a:schemeClr val="bg1">
              <a:lumMod val="95000"/>
            </a:schemeClr>
          </a:solidFill>
          <a:ln w="0">
            <a:noFill/>
          </a:ln>
          <a:effectLst>
            <a:innerShdw blurRad="88900" dist="76200" dir="18900000">
              <a:prstClr val="black">
                <a:alpha val="23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0F35B71F-4D35-4FD1-B701-FCD4E5102232}"/>
              </a:ext>
            </a:extLst>
          </p:cNvPr>
          <p:cNvSpPr>
            <a:spLocks/>
          </p:cNvSpPr>
          <p:nvPr userDrawn="1"/>
        </p:nvSpPr>
        <p:spPr>
          <a:xfrm>
            <a:off x="3782822" y="1766367"/>
            <a:ext cx="4868521" cy="3325265"/>
          </a:xfrm>
          <a:prstGeom prst="roundRect">
            <a:avLst>
              <a:gd name="adj" fmla="val 305"/>
            </a:avLst>
          </a:prstGeom>
          <a:solidFill>
            <a:schemeClr val="tx1">
              <a:lumMod val="85000"/>
              <a:lumOff val="15000"/>
            </a:schemeClr>
          </a:solidFill>
          <a:ln w="0">
            <a:noFill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  <a:scene3d>
            <a:camera prst="orthographicFront"/>
            <a:lightRig rig="threePt" dir="t"/>
          </a:scene3d>
          <a:sp3d>
            <a:bevelT w="825500" h="107950" prst="hardEdg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2C7F337D-8F64-4EF1-9B05-FC8CCFC6423D}"/>
              </a:ext>
            </a:extLst>
          </p:cNvPr>
          <p:cNvSpPr>
            <a:spLocks/>
          </p:cNvSpPr>
          <p:nvPr userDrawn="1"/>
        </p:nvSpPr>
        <p:spPr>
          <a:xfrm>
            <a:off x="3942921" y="1951104"/>
            <a:ext cx="4548324" cy="2955791"/>
          </a:xfrm>
          <a:prstGeom prst="roundRect">
            <a:avLst>
              <a:gd name="adj" fmla="val 447"/>
            </a:avLst>
          </a:prstGeom>
          <a:solidFill>
            <a:schemeClr val="bg1">
              <a:lumMod val="95000"/>
            </a:schemeClr>
          </a:solidFill>
          <a:ln w="0">
            <a:noFill/>
          </a:ln>
          <a:effectLst>
            <a:innerShdw blurRad="88900" dist="76200" dir="18900000">
              <a:prstClr val="black">
                <a:alpha val="23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40" name="Rectangle: Rounded Corners 39">
            <a:extLst>
              <a:ext uri="{FF2B5EF4-FFF2-40B4-BE49-F238E27FC236}">
                <a16:creationId xmlns:a16="http://schemas.microsoft.com/office/drawing/2014/main" id="{3F949DB3-498E-45B3-A684-5F5B9B626082}"/>
              </a:ext>
            </a:extLst>
          </p:cNvPr>
          <p:cNvSpPr>
            <a:spLocks/>
          </p:cNvSpPr>
          <p:nvPr userDrawn="1"/>
        </p:nvSpPr>
        <p:spPr>
          <a:xfrm>
            <a:off x="9750498" y="729309"/>
            <a:ext cx="1953241" cy="2748153"/>
          </a:xfrm>
          <a:prstGeom prst="roundRect">
            <a:avLst>
              <a:gd name="adj" fmla="val 305"/>
            </a:avLst>
          </a:prstGeom>
          <a:solidFill>
            <a:schemeClr val="tx1">
              <a:lumMod val="85000"/>
              <a:lumOff val="15000"/>
            </a:schemeClr>
          </a:solidFill>
          <a:ln w="0">
            <a:noFill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  <a:scene3d>
            <a:camera prst="orthographicFront"/>
            <a:lightRig rig="threePt" dir="t"/>
          </a:scene3d>
          <a:sp3d>
            <a:bevelT w="825500" h="107950" prst="hardEdg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41" name="Rectangle: Rounded Corners 40">
            <a:extLst>
              <a:ext uri="{FF2B5EF4-FFF2-40B4-BE49-F238E27FC236}">
                <a16:creationId xmlns:a16="http://schemas.microsoft.com/office/drawing/2014/main" id="{B6D4D9AF-162C-418A-A2BB-701E3A3948EA}"/>
              </a:ext>
            </a:extLst>
          </p:cNvPr>
          <p:cNvSpPr>
            <a:spLocks/>
          </p:cNvSpPr>
          <p:nvPr userDrawn="1"/>
        </p:nvSpPr>
        <p:spPr>
          <a:xfrm>
            <a:off x="9892884" y="881984"/>
            <a:ext cx="1668468" cy="2442803"/>
          </a:xfrm>
          <a:prstGeom prst="roundRect">
            <a:avLst>
              <a:gd name="adj" fmla="val 447"/>
            </a:avLst>
          </a:prstGeom>
          <a:solidFill>
            <a:schemeClr val="bg1">
              <a:lumMod val="95000"/>
            </a:schemeClr>
          </a:solidFill>
          <a:ln w="0">
            <a:noFill/>
          </a:ln>
          <a:effectLst>
            <a:innerShdw blurRad="88900" dist="76200" dir="18900000">
              <a:prstClr val="black">
                <a:alpha val="23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45" name="Rectangle: Rounded Corners 44">
            <a:extLst>
              <a:ext uri="{FF2B5EF4-FFF2-40B4-BE49-F238E27FC236}">
                <a16:creationId xmlns:a16="http://schemas.microsoft.com/office/drawing/2014/main" id="{F9B9D14B-CE3A-44E7-AE24-7BBCF953E434}"/>
              </a:ext>
            </a:extLst>
          </p:cNvPr>
          <p:cNvSpPr>
            <a:spLocks/>
          </p:cNvSpPr>
          <p:nvPr userDrawn="1"/>
        </p:nvSpPr>
        <p:spPr>
          <a:xfrm>
            <a:off x="9265981" y="3930990"/>
            <a:ext cx="2498321" cy="2498321"/>
          </a:xfrm>
          <a:prstGeom prst="roundRect">
            <a:avLst>
              <a:gd name="adj" fmla="val 305"/>
            </a:avLst>
          </a:prstGeom>
          <a:solidFill>
            <a:schemeClr val="tx1">
              <a:lumMod val="85000"/>
              <a:lumOff val="15000"/>
            </a:schemeClr>
          </a:solidFill>
          <a:ln w="0">
            <a:noFill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  <a:scene3d>
            <a:camera prst="orthographicFront"/>
            <a:lightRig rig="threePt" dir="t"/>
          </a:scene3d>
          <a:sp3d>
            <a:bevelT w="825500" h="107950" prst="hardEdg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46" name="Rectangle: Rounded Corners 45">
            <a:extLst>
              <a:ext uri="{FF2B5EF4-FFF2-40B4-BE49-F238E27FC236}">
                <a16:creationId xmlns:a16="http://schemas.microsoft.com/office/drawing/2014/main" id="{D363F3E3-0151-412F-ABBE-EA6351C02D9A}"/>
              </a:ext>
            </a:extLst>
          </p:cNvPr>
          <p:cNvSpPr>
            <a:spLocks/>
          </p:cNvSpPr>
          <p:nvPr userDrawn="1"/>
        </p:nvSpPr>
        <p:spPr>
          <a:xfrm>
            <a:off x="9426655" y="4102441"/>
            <a:ext cx="2176973" cy="2155419"/>
          </a:xfrm>
          <a:prstGeom prst="roundRect">
            <a:avLst>
              <a:gd name="adj" fmla="val 447"/>
            </a:avLst>
          </a:prstGeom>
          <a:solidFill>
            <a:schemeClr val="bg1">
              <a:lumMod val="95000"/>
            </a:schemeClr>
          </a:solidFill>
          <a:ln w="0">
            <a:noFill/>
          </a:ln>
          <a:effectLst>
            <a:innerShdw blurRad="88900" dist="76200" dir="18900000">
              <a:prstClr val="black">
                <a:alpha val="23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1" name="Picture Placeholder 50">
            <a:extLst>
              <a:ext uri="{FF2B5EF4-FFF2-40B4-BE49-F238E27FC236}">
                <a16:creationId xmlns:a16="http://schemas.microsoft.com/office/drawing/2014/main" id="{5C669741-61C7-4480-96DA-43F3772E56FC}"/>
              </a:ext>
            </a:extLst>
          </p:cNvPr>
          <p:cNvSpPr>
            <a:spLocks noGrp="1"/>
          </p:cNvSpPr>
          <p:nvPr userDrawn="1">
            <p:ph type="pic" sz="quarter" idx="10" hasCustomPrompt="1"/>
          </p:nvPr>
        </p:nvSpPr>
        <p:spPr>
          <a:xfrm>
            <a:off x="930536" y="985473"/>
            <a:ext cx="1788254" cy="1788254"/>
          </a:xfrm>
          <a:custGeom>
            <a:avLst/>
            <a:gdLst>
              <a:gd name="connsiteX0" fmla="*/ 0 w 1788254"/>
              <a:gd name="connsiteY0" fmla="*/ 0 h 1788254"/>
              <a:gd name="connsiteX1" fmla="*/ 1788254 w 1788254"/>
              <a:gd name="connsiteY1" fmla="*/ 0 h 1788254"/>
              <a:gd name="connsiteX2" fmla="*/ 1788254 w 1788254"/>
              <a:gd name="connsiteY2" fmla="*/ 1788254 h 1788254"/>
              <a:gd name="connsiteX3" fmla="*/ 0 w 1788254"/>
              <a:gd name="connsiteY3" fmla="*/ 1788254 h 17882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88254" h="1788254">
                <a:moveTo>
                  <a:pt x="0" y="0"/>
                </a:moveTo>
                <a:lnTo>
                  <a:pt x="1788254" y="0"/>
                </a:lnTo>
                <a:lnTo>
                  <a:pt x="1788254" y="1788254"/>
                </a:lnTo>
                <a:lnTo>
                  <a:pt x="0" y="1788254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effectLst>
            <a:innerShdw blurRad="25400" dist="25400" dir="18900000">
              <a:prstClr val="black">
                <a:alpha val="20000"/>
              </a:prstClr>
            </a:innerShdw>
          </a:effectLst>
        </p:spPr>
        <p:txBody>
          <a:bodyPr wrap="square" anchor="ctr">
            <a:noAutofit/>
          </a:bodyPr>
          <a:lstStyle>
            <a:lvl1pPr marL="0" indent="0" algn="ctr">
              <a:buNone/>
              <a:defRPr sz="1600" i="1"/>
            </a:lvl1pPr>
          </a:lstStyle>
          <a:p>
            <a:r>
              <a:rPr lang="en-US" noProof="0" dirty="0"/>
              <a:t>Drag &amp; Drop or Insert your picture here</a:t>
            </a:r>
          </a:p>
        </p:txBody>
      </p:sp>
      <p:sp>
        <p:nvSpPr>
          <p:cNvPr id="52" name="Picture Placeholder 51">
            <a:extLst>
              <a:ext uri="{FF2B5EF4-FFF2-40B4-BE49-F238E27FC236}">
                <a16:creationId xmlns:a16="http://schemas.microsoft.com/office/drawing/2014/main" id="{7012C368-FF87-4138-BAD5-4C739F02F948}"/>
              </a:ext>
            </a:extLst>
          </p:cNvPr>
          <p:cNvSpPr>
            <a:spLocks noGrp="1"/>
          </p:cNvSpPr>
          <p:nvPr userDrawn="1">
            <p:ph type="pic" sz="quarter" idx="11" hasCustomPrompt="1"/>
          </p:nvPr>
        </p:nvSpPr>
        <p:spPr>
          <a:xfrm>
            <a:off x="981721" y="4022196"/>
            <a:ext cx="1110365" cy="1842440"/>
          </a:xfrm>
          <a:custGeom>
            <a:avLst/>
            <a:gdLst>
              <a:gd name="connsiteX0" fmla="*/ 0 w 1110365"/>
              <a:gd name="connsiteY0" fmla="*/ 0 h 1842440"/>
              <a:gd name="connsiteX1" fmla="*/ 1110365 w 1110365"/>
              <a:gd name="connsiteY1" fmla="*/ 0 h 1842440"/>
              <a:gd name="connsiteX2" fmla="*/ 1110365 w 1110365"/>
              <a:gd name="connsiteY2" fmla="*/ 1842440 h 1842440"/>
              <a:gd name="connsiteX3" fmla="*/ 0 w 1110365"/>
              <a:gd name="connsiteY3" fmla="*/ 1842440 h 18424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10365" h="1842440">
                <a:moveTo>
                  <a:pt x="0" y="0"/>
                </a:moveTo>
                <a:lnTo>
                  <a:pt x="1110365" y="0"/>
                </a:lnTo>
                <a:lnTo>
                  <a:pt x="1110365" y="1842440"/>
                </a:lnTo>
                <a:lnTo>
                  <a:pt x="0" y="1842440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effectLst>
            <a:innerShdw blurRad="25400" dist="25400" dir="18900000">
              <a:prstClr val="black">
                <a:alpha val="20000"/>
              </a:prstClr>
            </a:innerShdw>
          </a:effectLst>
        </p:spPr>
        <p:txBody>
          <a:bodyPr wrap="square" anchor="ctr">
            <a:noAutofit/>
          </a:bodyPr>
          <a:lstStyle>
            <a:lvl1pPr marL="0" indent="0" algn="ctr">
              <a:buNone/>
              <a:defRPr sz="1600" i="1"/>
            </a:lvl1pPr>
          </a:lstStyle>
          <a:p>
            <a:r>
              <a:rPr lang="en-US" noProof="0" dirty="0"/>
              <a:t>Drag &amp; Drop or Insert your picture here</a:t>
            </a:r>
          </a:p>
        </p:txBody>
      </p:sp>
      <p:sp>
        <p:nvSpPr>
          <p:cNvPr id="53" name="Picture Placeholder 52">
            <a:extLst>
              <a:ext uri="{FF2B5EF4-FFF2-40B4-BE49-F238E27FC236}">
                <a16:creationId xmlns:a16="http://schemas.microsoft.com/office/drawing/2014/main" id="{41978AA2-A1F7-44F6-B21F-1249BE9AFCD2}"/>
              </a:ext>
            </a:extLst>
          </p:cNvPr>
          <p:cNvSpPr>
            <a:spLocks noGrp="1"/>
          </p:cNvSpPr>
          <p:nvPr userDrawn="1">
            <p:ph type="pic" sz="quarter" idx="12" hasCustomPrompt="1"/>
          </p:nvPr>
        </p:nvSpPr>
        <p:spPr>
          <a:xfrm>
            <a:off x="4633085" y="2608029"/>
            <a:ext cx="3168001" cy="1641943"/>
          </a:xfrm>
          <a:custGeom>
            <a:avLst/>
            <a:gdLst>
              <a:gd name="connsiteX0" fmla="*/ 0 w 3168001"/>
              <a:gd name="connsiteY0" fmla="*/ 0 h 1641943"/>
              <a:gd name="connsiteX1" fmla="*/ 3168001 w 3168001"/>
              <a:gd name="connsiteY1" fmla="*/ 0 h 1641943"/>
              <a:gd name="connsiteX2" fmla="*/ 3168001 w 3168001"/>
              <a:gd name="connsiteY2" fmla="*/ 1641943 h 1641943"/>
              <a:gd name="connsiteX3" fmla="*/ 0 w 3168001"/>
              <a:gd name="connsiteY3" fmla="*/ 1641943 h 16419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68001" h="1641943">
                <a:moveTo>
                  <a:pt x="0" y="0"/>
                </a:moveTo>
                <a:lnTo>
                  <a:pt x="3168001" y="0"/>
                </a:lnTo>
                <a:lnTo>
                  <a:pt x="3168001" y="1641943"/>
                </a:lnTo>
                <a:lnTo>
                  <a:pt x="0" y="1641943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effectLst>
            <a:innerShdw blurRad="25400" dist="25400" dir="18900000">
              <a:prstClr val="black">
                <a:alpha val="20000"/>
              </a:prstClr>
            </a:innerShdw>
          </a:effectLst>
        </p:spPr>
        <p:txBody>
          <a:bodyPr wrap="square" anchor="ctr">
            <a:noAutofit/>
          </a:bodyPr>
          <a:lstStyle>
            <a:lvl1pPr marL="0" indent="0" algn="ctr">
              <a:buNone/>
              <a:defRPr sz="1600" i="1"/>
            </a:lvl1pPr>
          </a:lstStyle>
          <a:p>
            <a:r>
              <a:rPr lang="en-US" noProof="0" dirty="0"/>
              <a:t>Drag &amp; Drop or Insert your picture here</a:t>
            </a:r>
          </a:p>
        </p:txBody>
      </p:sp>
      <p:sp>
        <p:nvSpPr>
          <p:cNvPr id="54" name="Picture Placeholder 53">
            <a:extLst>
              <a:ext uri="{FF2B5EF4-FFF2-40B4-BE49-F238E27FC236}">
                <a16:creationId xmlns:a16="http://schemas.microsoft.com/office/drawing/2014/main" id="{8BB3E9EB-5EE8-4767-91DD-4774BBEFB7B2}"/>
              </a:ext>
            </a:extLst>
          </p:cNvPr>
          <p:cNvSpPr>
            <a:spLocks noGrp="1"/>
          </p:cNvSpPr>
          <p:nvPr userDrawn="1">
            <p:ph type="pic" sz="quarter" idx="13" hasCustomPrompt="1"/>
          </p:nvPr>
        </p:nvSpPr>
        <p:spPr>
          <a:xfrm>
            <a:off x="10171936" y="1182166"/>
            <a:ext cx="1110365" cy="1842440"/>
          </a:xfrm>
          <a:custGeom>
            <a:avLst/>
            <a:gdLst>
              <a:gd name="connsiteX0" fmla="*/ 0 w 1110365"/>
              <a:gd name="connsiteY0" fmla="*/ 0 h 1842440"/>
              <a:gd name="connsiteX1" fmla="*/ 1110365 w 1110365"/>
              <a:gd name="connsiteY1" fmla="*/ 0 h 1842440"/>
              <a:gd name="connsiteX2" fmla="*/ 1110365 w 1110365"/>
              <a:gd name="connsiteY2" fmla="*/ 1842440 h 1842440"/>
              <a:gd name="connsiteX3" fmla="*/ 0 w 1110365"/>
              <a:gd name="connsiteY3" fmla="*/ 1842440 h 18424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10365" h="1842440">
                <a:moveTo>
                  <a:pt x="0" y="0"/>
                </a:moveTo>
                <a:lnTo>
                  <a:pt x="1110365" y="0"/>
                </a:lnTo>
                <a:lnTo>
                  <a:pt x="1110365" y="1842440"/>
                </a:lnTo>
                <a:lnTo>
                  <a:pt x="0" y="1842440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effectLst>
            <a:innerShdw blurRad="25400" dist="25400" dir="18900000">
              <a:prstClr val="black">
                <a:alpha val="20000"/>
              </a:prstClr>
            </a:innerShdw>
          </a:effectLst>
        </p:spPr>
        <p:txBody>
          <a:bodyPr wrap="square" anchor="ctr">
            <a:noAutofit/>
          </a:bodyPr>
          <a:lstStyle>
            <a:lvl1pPr marL="0" indent="0" algn="ctr">
              <a:buNone/>
              <a:defRPr sz="1600" i="1"/>
            </a:lvl1pPr>
          </a:lstStyle>
          <a:p>
            <a:r>
              <a:rPr lang="en-US" noProof="0" dirty="0"/>
              <a:t>Drag &amp; Drop or Insert your picture here</a:t>
            </a:r>
          </a:p>
        </p:txBody>
      </p:sp>
      <p:sp>
        <p:nvSpPr>
          <p:cNvPr id="55" name="Picture Placeholder 54">
            <a:extLst>
              <a:ext uri="{FF2B5EF4-FFF2-40B4-BE49-F238E27FC236}">
                <a16:creationId xmlns:a16="http://schemas.microsoft.com/office/drawing/2014/main" id="{58F98076-6A65-4C2E-BA5A-D9938673EBB6}"/>
              </a:ext>
            </a:extLst>
          </p:cNvPr>
          <p:cNvSpPr>
            <a:spLocks noGrp="1"/>
          </p:cNvSpPr>
          <p:nvPr userDrawn="1">
            <p:ph type="pic" sz="quarter" idx="14" hasCustomPrompt="1"/>
          </p:nvPr>
        </p:nvSpPr>
        <p:spPr>
          <a:xfrm>
            <a:off x="9621014" y="4286023"/>
            <a:ext cx="1788254" cy="1788254"/>
          </a:xfrm>
          <a:custGeom>
            <a:avLst/>
            <a:gdLst>
              <a:gd name="connsiteX0" fmla="*/ 0 w 1788254"/>
              <a:gd name="connsiteY0" fmla="*/ 0 h 1788254"/>
              <a:gd name="connsiteX1" fmla="*/ 1788254 w 1788254"/>
              <a:gd name="connsiteY1" fmla="*/ 0 h 1788254"/>
              <a:gd name="connsiteX2" fmla="*/ 1788254 w 1788254"/>
              <a:gd name="connsiteY2" fmla="*/ 1788254 h 1788254"/>
              <a:gd name="connsiteX3" fmla="*/ 0 w 1788254"/>
              <a:gd name="connsiteY3" fmla="*/ 1788254 h 17882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88254" h="1788254">
                <a:moveTo>
                  <a:pt x="0" y="0"/>
                </a:moveTo>
                <a:lnTo>
                  <a:pt x="1788254" y="0"/>
                </a:lnTo>
                <a:lnTo>
                  <a:pt x="1788254" y="1788254"/>
                </a:lnTo>
                <a:lnTo>
                  <a:pt x="0" y="1788254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effectLst>
            <a:innerShdw blurRad="25400" dist="25400" dir="18900000">
              <a:prstClr val="black">
                <a:alpha val="20000"/>
              </a:prstClr>
            </a:innerShdw>
          </a:effectLst>
        </p:spPr>
        <p:txBody>
          <a:bodyPr wrap="square" anchor="ctr">
            <a:noAutofit/>
          </a:bodyPr>
          <a:lstStyle>
            <a:lvl1pPr marL="0" indent="0" algn="ctr">
              <a:buNone/>
              <a:defRPr sz="1600" i="1"/>
            </a:lvl1pPr>
          </a:lstStyle>
          <a:p>
            <a:r>
              <a:rPr lang="en-US" noProof="0" dirty="0"/>
              <a:t>Drag &amp; Drop or Insert your picture here</a:t>
            </a:r>
          </a:p>
        </p:txBody>
      </p:sp>
      <p:sp>
        <p:nvSpPr>
          <p:cNvPr id="20" name="Text Placeholder 3">
            <a:extLst>
              <a:ext uri="{FF2B5EF4-FFF2-40B4-BE49-F238E27FC236}">
                <a16:creationId xmlns:a16="http://schemas.microsoft.com/office/drawing/2014/main" id="{6F5A29AD-F34C-4CA4-8C0D-3D4584B7696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782822" y="5627931"/>
            <a:ext cx="4868521" cy="789229"/>
          </a:xfrm>
        </p:spPr>
        <p:txBody>
          <a:bodyPr anchor="b">
            <a:noAutofit/>
          </a:bodyPr>
          <a:lstStyle>
            <a:lvl1pPr marL="0" indent="0" algn="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/>
            <a:r>
              <a:rPr lang="en-US" noProof="0"/>
              <a:t>Caption / Credits for Image Here</a:t>
            </a:r>
          </a:p>
        </p:txBody>
      </p:sp>
    </p:spTree>
    <p:extLst>
      <p:ext uri="{BB962C8B-B14F-4D97-AF65-F5344CB8AC3E}">
        <p14:creationId xmlns:p14="http://schemas.microsoft.com/office/powerpoint/2010/main" val="205906163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redi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close up of a person&#10;&#10;Description automatically generated">
            <a:extLst>
              <a:ext uri="{FF2B5EF4-FFF2-40B4-BE49-F238E27FC236}">
                <a16:creationId xmlns:a16="http://schemas.microsoft.com/office/drawing/2014/main" id="{A191E976-A3B1-4996-A878-9D1F552FE7A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58000 h 6858000"/>
              <a:gd name="connsiteX3" fmla="*/ 0 w 1219200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17FBDC9-CB4E-45DE-91BF-A6DB1CF1F24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289360" y="2092038"/>
            <a:ext cx="4027583" cy="681037"/>
          </a:xfrm>
        </p:spPr>
        <p:txBody>
          <a:bodyPr>
            <a:noAutofit/>
          </a:bodyPr>
          <a:lstStyle>
            <a:lvl1pPr>
              <a:defRPr sz="4000" b="1" spc="-150"/>
            </a:lvl1pPr>
          </a:lstStyle>
          <a:p>
            <a:r>
              <a:rPr lang="en-US" noProof="0"/>
              <a:t>Credits Title</a:t>
            </a:r>
          </a:p>
        </p:txBody>
      </p:sp>
      <p:sp>
        <p:nvSpPr>
          <p:cNvPr id="9" name="Table Placeholder 8">
            <a:extLst>
              <a:ext uri="{FF2B5EF4-FFF2-40B4-BE49-F238E27FC236}">
                <a16:creationId xmlns:a16="http://schemas.microsoft.com/office/drawing/2014/main" id="{A0F9ECF3-991C-4987-954D-E88766E93546}"/>
              </a:ext>
            </a:extLst>
          </p:cNvPr>
          <p:cNvSpPr>
            <a:spLocks noGrp="1"/>
          </p:cNvSpPr>
          <p:nvPr>
            <p:ph type="tbl" sz="quarter" idx="10" hasCustomPrompt="1"/>
          </p:nvPr>
        </p:nvSpPr>
        <p:spPr>
          <a:xfrm>
            <a:off x="6289457" y="2970213"/>
            <a:ext cx="4027487" cy="2392668"/>
          </a:xfrm>
        </p:spPr>
        <p:txBody>
          <a:bodyPr>
            <a:normAutofit/>
          </a:bodyPr>
          <a:lstStyle>
            <a:lvl1pPr marL="0" indent="0">
              <a:buNone/>
              <a:defRPr sz="1600" i="1"/>
            </a:lvl1pPr>
          </a:lstStyle>
          <a:p>
            <a:r>
              <a:rPr lang="en-US" noProof="0" dirty="0"/>
              <a:t>Insert Your Table Here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F19B8954-9C99-4571-9B6D-CCD4984E617E}"/>
              </a:ext>
            </a:extLst>
          </p:cNvPr>
          <p:cNvSpPr>
            <a:spLocks/>
          </p:cNvSpPr>
          <p:nvPr userDrawn="1"/>
        </p:nvSpPr>
        <p:spPr>
          <a:xfrm>
            <a:off x="1482433" y="751314"/>
            <a:ext cx="3806312" cy="5355372"/>
          </a:xfrm>
          <a:prstGeom prst="roundRect">
            <a:avLst>
              <a:gd name="adj" fmla="val 305"/>
            </a:avLst>
          </a:prstGeom>
          <a:solidFill>
            <a:schemeClr val="tx1">
              <a:lumMod val="85000"/>
              <a:lumOff val="15000"/>
            </a:schemeClr>
          </a:solidFill>
          <a:ln w="0">
            <a:noFill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  <a:scene3d>
            <a:camera prst="orthographicFront"/>
            <a:lightRig rig="threePt" dir="t"/>
          </a:scene3d>
          <a:sp3d>
            <a:bevelT w="825500" h="107950" prst="hardEdg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EE3CB545-A837-4331-A2A1-9C3120265D7D}"/>
              </a:ext>
            </a:extLst>
          </p:cNvPr>
          <p:cNvSpPr>
            <a:spLocks/>
          </p:cNvSpPr>
          <p:nvPr userDrawn="1"/>
        </p:nvSpPr>
        <p:spPr>
          <a:xfrm>
            <a:off x="1759904" y="1048835"/>
            <a:ext cx="3251370" cy="4760331"/>
          </a:xfrm>
          <a:prstGeom prst="roundRect">
            <a:avLst>
              <a:gd name="adj" fmla="val 447"/>
            </a:avLst>
          </a:prstGeom>
          <a:solidFill>
            <a:schemeClr val="bg1">
              <a:lumMod val="95000"/>
            </a:schemeClr>
          </a:solidFill>
          <a:ln w="0">
            <a:noFill/>
          </a:ln>
          <a:effectLst>
            <a:innerShdw blurRad="88900" dist="76200" dir="18900000">
              <a:prstClr val="black">
                <a:alpha val="23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2" name="Picture Placeholder 10">
            <a:extLst>
              <a:ext uri="{FF2B5EF4-FFF2-40B4-BE49-F238E27FC236}">
                <a16:creationId xmlns:a16="http://schemas.microsoft.com/office/drawing/2014/main" id="{5321A8AC-07A5-439A-93BC-C687E801BF71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2303696" y="1633806"/>
            <a:ext cx="2163786" cy="3590393"/>
          </a:xfrm>
          <a:custGeom>
            <a:avLst/>
            <a:gdLst>
              <a:gd name="connsiteX0" fmla="*/ 0 w 2618182"/>
              <a:gd name="connsiteY0" fmla="*/ 0 h 4344375"/>
              <a:gd name="connsiteX1" fmla="*/ 2618182 w 2618182"/>
              <a:gd name="connsiteY1" fmla="*/ 0 h 4344375"/>
              <a:gd name="connsiteX2" fmla="*/ 2618182 w 2618182"/>
              <a:gd name="connsiteY2" fmla="*/ 4344375 h 4344375"/>
              <a:gd name="connsiteX3" fmla="*/ 0 w 2618182"/>
              <a:gd name="connsiteY3" fmla="*/ 4344375 h 43443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618182" h="4344375">
                <a:moveTo>
                  <a:pt x="0" y="0"/>
                </a:moveTo>
                <a:lnTo>
                  <a:pt x="2618182" y="0"/>
                </a:lnTo>
                <a:lnTo>
                  <a:pt x="2618182" y="4344375"/>
                </a:lnTo>
                <a:lnTo>
                  <a:pt x="0" y="4344375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effectLst>
            <a:innerShdw blurRad="25400" dist="25400" dir="18900000">
              <a:prstClr val="black">
                <a:alpha val="20000"/>
              </a:prstClr>
            </a:innerShdw>
          </a:effectLst>
        </p:spPr>
        <p:txBody>
          <a:bodyPr wrap="square" anchor="ctr">
            <a:noAutofit/>
          </a:bodyPr>
          <a:lstStyle>
            <a:lvl1pPr marL="0" indent="0" algn="ctr">
              <a:buNone/>
              <a:defRPr sz="1800" i="1"/>
            </a:lvl1pPr>
          </a:lstStyle>
          <a:p>
            <a:r>
              <a:rPr lang="en-US" noProof="0" dirty="0"/>
              <a:t>Drag &amp; Drop or Insert your picture here</a:t>
            </a:r>
          </a:p>
        </p:txBody>
      </p:sp>
    </p:spTree>
    <p:extLst>
      <p:ext uri="{BB962C8B-B14F-4D97-AF65-F5344CB8AC3E}">
        <p14:creationId xmlns:p14="http://schemas.microsoft.com/office/powerpoint/2010/main" val="96394037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close up of a person&#10;&#10;Description automatically generated">
            <a:extLst>
              <a:ext uri="{FF2B5EF4-FFF2-40B4-BE49-F238E27FC236}">
                <a16:creationId xmlns:a16="http://schemas.microsoft.com/office/drawing/2014/main" id="{A1994302-3A1D-46E9-B387-BBC94DA4808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58000 h 6858000"/>
              <a:gd name="connsiteX3" fmla="*/ 0 w 1219200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17FBDC9-CB4E-45DE-91BF-A6DB1CF1F2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B09C1E-C574-4241-B269-469E1CCDB6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6135939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CF9F674-AC01-4CD3-9D13-31DC82A8F3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9700" y="149225"/>
            <a:ext cx="11925300" cy="35877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566A0C7-ED39-40C2-88F9-29507A3F6E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4B6488-11B5-4FCE-9C39-03E5F4872AE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296C286-92E1-4691-B9D8-295BA932779C}" type="datetimeFigureOut">
              <a:rPr lang="en-US" smtClean="0"/>
              <a:t>10/3/2026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16246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1" r:id="rId1"/>
    <p:sldLayoutId id="2147483675" r:id="rId2"/>
    <p:sldLayoutId id="2147483660" r:id="rId3"/>
    <p:sldLayoutId id="2147483661" r:id="rId4"/>
    <p:sldLayoutId id="2147483662" r:id="rId5"/>
    <p:sldLayoutId id="2147483663" r:id="rId6"/>
    <p:sldLayoutId id="2147483672" r:id="rId7"/>
    <p:sldLayoutId id="2147483664" r:id="rId8"/>
    <p:sldLayoutId id="2147483665" r:id="rId9"/>
    <p:sldLayoutId id="2147483666" r:id="rId10"/>
    <p:sldLayoutId id="2147483667" r:id="rId11"/>
    <p:sldLayoutId id="2147483676" r:id="rId12"/>
    <p:sldLayoutId id="2147483668" r:id="rId13"/>
    <p:sldLayoutId id="2147483670" r:id="rId14"/>
    <p:sldLayoutId id="2147483669" r:id="rId15"/>
    <p:sldLayoutId id="2147483673" r:id="rId16"/>
    <p:sldLayoutId id="2147483674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18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3.jpeg"/><Relationship Id="rId4" Type="http://schemas.openxmlformats.org/officeDocument/2006/relationships/image" Target="../media/image12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15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18.jpeg"/><Relationship Id="rId4" Type="http://schemas.openxmlformats.org/officeDocument/2006/relationships/image" Target="../media/image17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20.jpe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23.jpeg"/><Relationship Id="rId4" Type="http://schemas.openxmlformats.org/officeDocument/2006/relationships/image" Target="../media/image22.jpe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4.xml"/><Relationship Id="rId5" Type="http://schemas.openxmlformats.org/officeDocument/2006/relationships/image" Target="../media/image26.jpeg"/><Relationship Id="rId4" Type="http://schemas.openxmlformats.org/officeDocument/2006/relationships/image" Target="../media/image25.jpe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eg"/><Relationship Id="rId7" Type="http://schemas.openxmlformats.org/officeDocument/2006/relationships/image" Target="../media/image31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5.xml"/><Relationship Id="rId6" Type="http://schemas.openxmlformats.org/officeDocument/2006/relationships/image" Target="../media/image30.jpeg"/><Relationship Id="rId5" Type="http://schemas.openxmlformats.org/officeDocument/2006/relationships/image" Target="../media/image29.jpeg"/><Relationship Id="rId4" Type="http://schemas.openxmlformats.org/officeDocument/2006/relationships/image" Target="../media/image28.jpe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F67622-4AD9-4DAB-A3BE-0EEA07D5FA1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Place Your Title Here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24EA0DE-45CF-455E-85E3-A31B0B05FD8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Lorem ipsum </a:t>
            </a:r>
            <a:r>
              <a:rPr lang="en-US" noProof="1"/>
              <a:t>dolor sit amet, consectetur. </a:t>
            </a:r>
          </a:p>
        </p:txBody>
      </p:sp>
      <p:pic>
        <p:nvPicPr>
          <p:cNvPr id="9" name="Picture Placeholder 8" descr="Etched Bird">
            <a:extLst>
              <a:ext uri="{FF2B5EF4-FFF2-40B4-BE49-F238E27FC236}">
                <a16:creationId xmlns:a16="http://schemas.microsoft.com/office/drawing/2014/main" id="{C64DAFD4-9100-487D-8EEF-D4623D66FC6A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-47868" t="-12934" r="-57147" b="-11611"/>
          <a:stretch/>
        </p:blipFill>
        <p:spPr>
          <a:xfrm>
            <a:off x="1047501" y="1780682"/>
            <a:ext cx="5470138" cy="3296636"/>
          </a:xfrm>
          <a:solidFill>
            <a:schemeClr val="bg1"/>
          </a:solidFill>
        </p:spPr>
      </p:pic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9C4ADBA-A12A-40A9-8F63-B852DEE158D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noProof="1"/>
              <a:t>Fabrikam 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AF0154CE-9A76-4869-90CE-F4DC5C3FEC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>
          <a:xfrm>
            <a:off x="7480055" y="4769976"/>
            <a:ext cx="3176659" cy="0"/>
          </a:xfrm>
          <a:prstGeom prst="line">
            <a:avLst/>
          </a:prstGeom>
          <a:ln w="3175">
            <a:solidFill>
              <a:schemeClr val="tx1"/>
            </a:solidFill>
            <a:headEnd type="diamond" w="sm" len="sm"/>
            <a:tailEnd type="diamond" w="sm" len="sm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85A0A31-C713-4DBF-9BCD-442238DBE23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89357883-FB9B-416F-AB3E-2780C45F708B}" type="datetime3">
              <a:rPr lang="en-US" smtClean="0"/>
              <a:t>3 October 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781786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924C9B-1912-4B58-B608-5936096860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Section Header</a:t>
            </a:r>
          </a:p>
        </p:txBody>
      </p:sp>
      <p:pic>
        <p:nvPicPr>
          <p:cNvPr id="9" name="Picture Placeholder 8" descr="Abstract Flower">
            <a:extLst>
              <a:ext uri="{FF2B5EF4-FFF2-40B4-BE49-F238E27FC236}">
                <a16:creationId xmlns:a16="http://schemas.microsoft.com/office/drawing/2014/main" id="{C1E5C058-1A4E-41A8-BDB8-974CCADB4DFC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-17706" b="-1"/>
          <a:stretch/>
        </p:blipFill>
        <p:spPr>
          <a:xfrm>
            <a:off x="1176677" y="2347107"/>
            <a:ext cx="2163786" cy="2163786"/>
          </a:xfrm>
          <a:solidFill>
            <a:schemeClr val="bg1"/>
          </a:solidFill>
        </p:spPr>
      </p:pic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6C96684-0A28-400F-AC3A-326C5A0507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>
          <a:xfrm>
            <a:off x="4243266" y="4300881"/>
            <a:ext cx="3176659" cy="0"/>
          </a:xfrm>
          <a:prstGeom prst="line">
            <a:avLst/>
          </a:prstGeom>
          <a:ln w="3175">
            <a:solidFill>
              <a:schemeClr val="tx1"/>
            </a:solidFill>
            <a:headEnd type="diamond" w="sm" len="sm"/>
            <a:tailEnd type="diamond" w="sm" len="sm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0BBA462-DA16-454C-BC98-7FE6D7191EB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Lorem ipsum dolor </a:t>
            </a:r>
            <a:r>
              <a:rPr lang="en-US" noProof="1"/>
              <a:t>sit amet, consectetur adipiscing elit. </a:t>
            </a:r>
          </a:p>
        </p:txBody>
      </p:sp>
    </p:spTree>
    <p:extLst>
      <p:ext uri="{BB962C8B-B14F-4D97-AF65-F5344CB8AC3E}">
        <p14:creationId xmlns:p14="http://schemas.microsoft.com/office/powerpoint/2010/main" val="5788918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81FD508F-DC84-4744-80CD-FA4833C103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Placeholder Title 01</a:t>
            </a:r>
          </a:p>
        </p:txBody>
      </p:sp>
      <p:pic>
        <p:nvPicPr>
          <p:cNvPr id="7" name="Picture Placeholder 6" descr="Abstract Flower">
            <a:extLst>
              <a:ext uri="{FF2B5EF4-FFF2-40B4-BE49-F238E27FC236}">
                <a16:creationId xmlns:a16="http://schemas.microsoft.com/office/drawing/2014/main" id="{91A99A46-5574-4F72-9D96-60EE70099144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-6506" t="-36559" r="-4286"/>
          <a:stretch/>
        </p:blipFill>
        <p:spPr>
          <a:xfrm>
            <a:off x="4786910" y="2119910"/>
            <a:ext cx="2606843" cy="2606843"/>
          </a:xfrm>
          <a:solidFill>
            <a:schemeClr val="bg1"/>
          </a:solidFill>
        </p:spPr>
      </p:pic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6F42169-F1E4-488D-8EBC-F251B8C2D79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 rot="5400000">
            <a:off x="10202685" y="4726399"/>
            <a:ext cx="2375977" cy="789229"/>
          </a:xfrm>
        </p:spPr>
        <p:txBody>
          <a:bodyPr/>
          <a:lstStyle/>
          <a:p>
            <a:r>
              <a:rPr lang="en-US" dirty="0"/>
              <a:t>Caption / Credits Lorem ipsum </a:t>
            </a:r>
            <a:r>
              <a:rPr lang="en-US" noProof="1"/>
              <a:t>dolor sit amet, consectetur</a:t>
            </a:r>
          </a:p>
        </p:txBody>
      </p:sp>
    </p:spTree>
    <p:extLst>
      <p:ext uri="{BB962C8B-B14F-4D97-AF65-F5344CB8AC3E}">
        <p14:creationId xmlns:p14="http://schemas.microsoft.com/office/powerpoint/2010/main" val="13474691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F61B8B14-3FE7-48CE-B734-7EA19426D3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Placeholder Title 0</a:t>
            </a:r>
          </a:p>
        </p:txBody>
      </p:sp>
      <p:pic>
        <p:nvPicPr>
          <p:cNvPr id="17" name="Picture Placeholder 16" descr="Abstract Flower">
            <a:extLst>
              <a:ext uri="{FF2B5EF4-FFF2-40B4-BE49-F238E27FC236}">
                <a16:creationId xmlns:a16="http://schemas.microsoft.com/office/drawing/2014/main" id="{85C82BC3-0872-4F4E-9E7F-04A912435A38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-4395" t="-60443" r="-4395" b="-1"/>
          <a:stretch/>
        </p:blipFill>
        <p:spPr>
          <a:xfrm>
            <a:off x="3776867" y="1109867"/>
            <a:ext cx="4638269" cy="4638269"/>
          </a:xfrm>
          <a:solidFill>
            <a:schemeClr val="bg1"/>
          </a:solidFill>
        </p:spPr>
      </p:pic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B7EAB7B-5A04-413B-A93B-1A1B8AF67D1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 rot="5400000">
            <a:off x="10290820" y="4814534"/>
            <a:ext cx="2199707" cy="789229"/>
          </a:xfrm>
        </p:spPr>
        <p:txBody>
          <a:bodyPr/>
          <a:lstStyle/>
          <a:p>
            <a:r>
              <a:rPr lang="en-US" dirty="0"/>
              <a:t>Caption / Credits Lorem ipsum </a:t>
            </a:r>
            <a:r>
              <a:rPr lang="en-US" noProof="1"/>
              <a:t>dolor sit amet, consectetur</a:t>
            </a:r>
          </a:p>
        </p:txBody>
      </p:sp>
    </p:spTree>
    <p:extLst>
      <p:ext uri="{BB962C8B-B14F-4D97-AF65-F5344CB8AC3E}">
        <p14:creationId xmlns:p14="http://schemas.microsoft.com/office/powerpoint/2010/main" val="216597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8D8B7C9A-C85F-4599-9895-9366E86ADF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Placeholder Title 03</a:t>
            </a:r>
          </a:p>
        </p:txBody>
      </p:sp>
      <p:pic>
        <p:nvPicPr>
          <p:cNvPr id="17" name="Picture Placeholder 16" descr="Abstract Flower">
            <a:extLst>
              <a:ext uri="{FF2B5EF4-FFF2-40B4-BE49-F238E27FC236}">
                <a16:creationId xmlns:a16="http://schemas.microsoft.com/office/drawing/2014/main" id="{9BBAA7B6-6575-4C9D-B455-1D14444D829B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-1953" t="-164058" r="-1373"/>
          <a:stretch/>
        </p:blipFill>
        <p:spPr>
          <a:xfrm>
            <a:off x="4786909" y="1256815"/>
            <a:ext cx="2618182" cy="4344375"/>
          </a:xfrm>
          <a:solidFill>
            <a:schemeClr val="bg1"/>
          </a:solidFill>
        </p:spPr>
      </p:pic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82D3D4D-2F05-43E8-86CC-ECF211A6CF7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 rot="5400000">
            <a:off x="10285312" y="4809025"/>
            <a:ext cx="2210724" cy="789229"/>
          </a:xfrm>
        </p:spPr>
        <p:txBody>
          <a:bodyPr/>
          <a:lstStyle/>
          <a:p>
            <a:r>
              <a:rPr lang="en-US" dirty="0"/>
              <a:t>Caption / Credits Lorem ipsum </a:t>
            </a:r>
            <a:r>
              <a:rPr lang="en-US" noProof="1"/>
              <a:t>dolor sit amet, consectetur</a:t>
            </a:r>
          </a:p>
        </p:txBody>
      </p:sp>
    </p:spTree>
    <p:extLst>
      <p:ext uri="{BB962C8B-B14F-4D97-AF65-F5344CB8AC3E}">
        <p14:creationId xmlns:p14="http://schemas.microsoft.com/office/powerpoint/2010/main" val="28915209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C83C6E77-F84C-4501-8468-7B33E7CE20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Placeholder Title 04</a:t>
            </a:r>
          </a:p>
        </p:txBody>
      </p:sp>
      <p:pic>
        <p:nvPicPr>
          <p:cNvPr id="19" name="Picture Placeholder 18" descr="Abstract Flower">
            <a:extLst>
              <a:ext uri="{FF2B5EF4-FFF2-40B4-BE49-F238E27FC236}">
                <a16:creationId xmlns:a16="http://schemas.microsoft.com/office/drawing/2014/main" id="{0989CB27-F44D-4B36-B07D-CF34C1AABD5F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-47127" t="-14470" r="-527"/>
          <a:stretch/>
        </p:blipFill>
        <p:spPr>
          <a:xfrm>
            <a:off x="3009234" y="1829160"/>
            <a:ext cx="6173537" cy="3199680"/>
          </a:xfrm>
          <a:solidFill>
            <a:schemeClr val="bg1"/>
          </a:solidFill>
        </p:spPr>
      </p:pic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02B14D0-438F-4F82-986B-D4B9D7A9605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 rot="5400000">
            <a:off x="10252261" y="4775974"/>
            <a:ext cx="2276826" cy="789229"/>
          </a:xfrm>
        </p:spPr>
        <p:txBody>
          <a:bodyPr/>
          <a:lstStyle/>
          <a:p>
            <a:r>
              <a:rPr lang="en-US" dirty="0"/>
              <a:t>Caption / Credits Lorem ipsum </a:t>
            </a:r>
            <a:r>
              <a:rPr lang="en-US" noProof="1"/>
              <a:t>dolor sit amet, consectetur</a:t>
            </a:r>
          </a:p>
        </p:txBody>
      </p:sp>
    </p:spTree>
    <p:extLst>
      <p:ext uri="{BB962C8B-B14F-4D97-AF65-F5344CB8AC3E}">
        <p14:creationId xmlns:p14="http://schemas.microsoft.com/office/powerpoint/2010/main" val="376945074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924C9B-1912-4B58-B608-5936096860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Section Header </a:t>
            </a:r>
          </a:p>
        </p:txBody>
      </p:sp>
      <p:pic>
        <p:nvPicPr>
          <p:cNvPr id="7" name="Picture Placeholder 6" descr="Etched Cat">
            <a:extLst>
              <a:ext uri="{FF2B5EF4-FFF2-40B4-BE49-F238E27FC236}">
                <a16:creationId xmlns:a16="http://schemas.microsoft.com/office/drawing/2014/main" id="{2201F60D-81D8-4790-A09D-FE88D4CAC429}"/>
              </a:ext>
            </a:extLst>
          </p:cNvPr>
          <p:cNvPicPr>
            <a:picLocks noGrp="1" noChangeAspect="1"/>
          </p:cNvPicPr>
          <p:nvPr>
            <p:ph type="pic" sz="quarter" idx="11"/>
          </p:nvPr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/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0BBA462-DA16-454C-BC98-7FE6D7191EB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Lorem ipsum dolor </a:t>
            </a:r>
            <a:r>
              <a:rPr lang="en-US" noProof="1"/>
              <a:t>sit amet, consectetur adipiscing elit. 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6C96684-0A28-400F-AC3A-326C5A0507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>
          <a:xfrm>
            <a:off x="4243266" y="4300881"/>
            <a:ext cx="3176659" cy="0"/>
          </a:xfrm>
          <a:prstGeom prst="line">
            <a:avLst/>
          </a:prstGeom>
          <a:ln w="3175">
            <a:solidFill>
              <a:schemeClr val="tx1"/>
            </a:solidFill>
            <a:headEnd type="diamond" w="sm" len="sm"/>
            <a:tailEnd type="diamond" w="sm" len="sm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6622743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07DD4753-666B-40CF-89FF-5C87B2B096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Placeholder Title 05</a:t>
            </a:r>
          </a:p>
        </p:txBody>
      </p:sp>
      <p:pic>
        <p:nvPicPr>
          <p:cNvPr id="7" name="Picture Placeholder 6" descr="Etched Cat">
            <a:extLst>
              <a:ext uri="{FF2B5EF4-FFF2-40B4-BE49-F238E27FC236}">
                <a16:creationId xmlns:a16="http://schemas.microsoft.com/office/drawing/2014/main" id="{20734083-9186-4F58-90D8-6012B945E874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-17249" t="-15857" r="-14465" b="-15857"/>
          <a:stretch/>
        </p:blipFill>
        <p:spPr>
          <a:xfrm>
            <a:off x="1418564" y="2534873"/>
            <a:ext cx="1788254" cy="1788254"/>
          </a:xfrm>
          <a:solidFill>
            <a:schemeClr val="bg1"/>
          </a:solidFill>
        </p:spPr>
      </p:pic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3021BABF-F348-43EA-B730-A043EDBFC5A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 rot="5400000">
            <a:off x="2783509" y="3162079"/>
            <a:ext cx="2265959" cy="789229"/>
          </a:xfrm>
        </p:spPr>
        <p:txBody>
          <a:bodyPr/>
          <a:lstStyle/>
          <a:p>
            <a:r>
              <a:rPr lang="en-US" dirty="0"/>
              <a:t>Caption / Credits Lorem ipsum </a:t>
            </a:r>
            <a:r>
              <a:rPr lang="en-US" noProof="1"/>
              <a:t>dolor sit amet, consectetur</a:t>
            </a:r>
          </a:p>
        </p:txBody>
      </p:sp>
      <p:pic>
        <p:nvPicPr>
          <p:cNvPr id="9" name="Picture Placeholder 8" descr="Etched Bird">
            <a:extLst>
              <a:ext uri="{FF2B5EF4-FFF2-40B4-BE49-F238E27FC236}">
                <a16:creationId xmlns:a16="http://schemas.microsoft.com/office/drawing/2014/main" id="{78291BEB-FB8F-4BFD-9D41-5E5F5724813B}"/>
              </a:ext>
            </a:extLst>
          </p:cNvPr>
          <p:cNvPicPr>
            <a:picLocks noGrp="1" noChangeAspect="1"/>
          </p:cNvPicPr>
          <p:nvPr>
            <p:ph type="pic" sz="quarter" idx="11"/>
          </p:nvPr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-19124" t="-19719" r="-19124" b="-19719"/>
          <a:stretch/>
        </p:blipFill>
        <p:spPr>
          <a:xfrm>
            <a:off x="5201873" y="2534873"/>
            <a:ext cx="1788254" cy="1788254"/>
          </a:xfrm>
          <a:solidFill>
            <a:schemeClr val="bg1"/>
          </a:solidFill>
        </p:spPr>
      </p:pic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7C3EF0B4-3807-4CFD-AC54-01F4AAA5E27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 rot="5400000">
            <a:off x="6584762" y="3162078"/>
            <a:ext cx="2265958" cy="789229"/>
          </a:xfrm>
        </p:spPr>
        <p:txBody>
          <a:bodyPr/>
          <a:lstStyle/>
          <a:p>
            <a:r>
              <a:rPr lang="en-US" dirty="0"/>
              <a:t>Caption / Credits Lorem ipsum </a:t>
            </a:r>
            <a:r>
              <a:rPr lang="en-US" noProof="1"/>
              <a:t>dolor sit amet, consectetur</a:t>
            </a:r>
          </a:p>
        </p:txBody>
      </p:sp>
      <p:pic>
        <p:nvPicPr>
          <p:cNvPr id="11" name="Picture Placeholder 10" descr="Etched Fish">
            <a:extLst>
              <a:ext uri="{FF2B5EF4-FFF2-40B4-BE49-F238E27FC236}">
                <a16:creationId xmlns:a16="http://schemas.microsoft.com/office/drawing/2014/main" id="{5E29D17A-A5EA-4AD8-92F4-249935B4BFFF}"/>
              </a:ext>
            </a:extLst>
          </p:cNvPr>
          <p:cNvPicPr>
            <a:picLocks noGrp="1" noChangeAspect="1"/>
          </p:cNvPicPr>
          <p:nvPr>
            <p:ph type="pic" sz="quarter" idx="12"/>
          </p:nvPr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-32198" r="-17626" b="-735"/>
          <a:stretch/>
        </p:blipFill>
        <p:spPr>
          <a:xfrm>
            <a:off x="8985182" y="2534873"/>
            <a:ext cx="1788254" cy="1788254"/>
          </a:xfrm>
          <a:solidFill>
            <a:schemeClr val="bg1"/>
          </a:solidFill>
        </p:spPr>
      </p:pic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A3105C36-70F5-4C65-9443-98D1D5AC401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 rot="5400000">
            <a:off x="10350129" y="3162077"/>
            <a:ext cx="2265958" cy="789229"/>
          </a:xfrm>
        </p:spPr>
        <p:txBody>
          <a:bodyPr/>
          <a:lstStyle/>
          <a:p>
            <a:r>
              <a:rPr lang="en-US" dirty="0"/>
              <a:t>Caption / Credits Lorem ipsum </a:t>
            </a:r>
            <a:r>
              <a:rPr lang="en-US" noProof="1"/>
              <a:t>dolor sit amet, consectetur</a:t>
            </a:r>
          </a:p>
        </p:txBody>
      </p:sp>
    </p:spTree>
    <p:extLst>
      <p:ext uri="{BB962C8B-B14F-4D97-AF65-F5344CB8AC3E}">
        <p14:creationId xmlns:p14="http://schemas.microsoft.com/office/powerpoint/2010/main" val="382116575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 hidden="1">
            <a:extLst>
              <a:ext uri="{FF2B5EF4-FFF2-40B4-BE49-F238E27FC236}">
                <a16:creationId xmlns:a16="http://schemas.microsoft.com/office/drawing/2014/main" id="{DB97F57E-F329-4316-BE7C-2034C4B7DA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Placeholder Title 06</a:t>
            </a:r>
          </a:p>
        </p:txBody>
      </p:sp>
      <p:pic>
        <p:nvPicPr>
          <p:cNvPr id="12" name="Picture Placeholder 11" descr="Etched Cat">
            <a:extLst>
              <a:ext uri="{FF2B5EF4-FFF2-40B4-BE49-F238E27FC236}">
                <a16:creationId xmlns:a16="http://schemas.microsoft.com/office/drawing/2014/main" id="{A595E143-68EC-4D1E-847B-31B855944BB4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/>
      </p:pic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D895EE2-EFF1-467E-B0F3-E66CE83FF9D1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 rot="5400000">
            <a:off x="4629398" y="3762163"/>
            <a:ext cx="2441351" cy="954967"/>
          </a:xfrm>
        </p:spPr>
        <p:txBody>
          <a:bodyPr/>
          <a:lstStyle/>
          <a:p>
            <a:r>
              <a:rPr lang="en-US" dirty="0"/>
              <a:t>Caption / Credits Lorem ipsum </a:t>
            </a:r>
            <a:r>
              <a:rPr lang="en-US" noProof="1"/>
              <a:t>dolor sit amet, consectetur</a:t>
            </a:r>
          </a:p>
        </p:txBody>
      </p:sp>
      <p:pic>
        <p:nvPicPr>
          <p:cNvPr id="14" name="Picture Placeholder 13" descr="Etched Bird">
            <a:extLst>
              <a:ext uri="{FF2B5EF4-FFF2-40B4-BE49-F238E27FC236}">
                <a16:creationId xmlns:a16="http://schemas.microsoft.com/office/drawing/2014/main" id="{77949A9A-8285-4819-BED3-E9EC18B93AA2}"/>
              </a:ext>
            </a:extLst>
          </p:cNvPr>
          <p:cNvPicPr>
            <a:picLocks noGrp="1" noChangeAspect="1"/>
          </p:cNvPicPr>
          <p:nvPr>
            <p:ph type="pic" sz="quarter" idx="11"/>
          </p:nvPr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/>
      </p:pic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8B6D12E9-27AD-4469-82CB-2FCAB421AC8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 rot="5400000">
            <a:off x="10136014" y="3762165"/>
            <a:ext cx="2441353" cy="954967"/>
          </a:xfrm>
        </p:spPr>
        <p:txBody>
          <a:bodyPr/>
          <a:lstStyle/>
          <a:p>
            <a:r>
              <a:rPr lang="en-US" dirty="0"/>
              <a:t>Caption / Credits Lorem ipsum </a:t>
            </a:r>
            <a:r>
              <a:rPr lang="en-US" noProof="1"/>
              <a:t>dolor sit amet, consectetur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2541491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BDFFB279-A5CF-4253-9BF5-76412BC118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Placeholder Title 07</a:t>
            </a:r>
          </a:p>
        </p:txBody>
      </p:sp>
      <p:pic>
        <p:nvPicPr>
          <p:cNvPr id="16" name="Picture Placeholder 15" descr="Illustration of Flower">
            <a:extLst>
              <a:ext uri="{FF2B5EF4-FFF2-40B4-BE49-F238E27FC236}">
                <a16:creationId xmlns:a16="http://schemas.microsoft.com/office/drawing/2014/main" id="{692E4327-463D-425E-8881-509A04C8AD89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/>
      </p:pic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90F7D032-CFB4-4EDA-8FBE-891DFFF2563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 rot="5400000">
            <a:off x="2500037" y="3068351"/>
            <a:ext cx="2832904" cy="789229"/>
          </a:xfrm>
        </p:spPr>
        <p:txBody>
          <a:bodyPr/>
          <a:lstStyle/>
          <a:p>
            <a:r>
              <a:rPr lang="en-US" dirty="0"/>
              <a:t>Caption / Credits Lorem ipsum </a:t>
            </a:r>
            <a:r>
              <a:rPr lang="en-US" noProof="1"/>
              <a:t>dolor sit amet, consectetur</a:t>
            </a:r>
          </a:p>
        </p:txBody>
      </p:sp>
      <p:pic>
        <p:nvPicPr>
          <p:cNvPr id="18" name="Picture Placeholder 17" descr="Illustration of Flower">
            <a:extLst>
              <a:ext uri="{FF2B5EF4-FFF2-40B4-BE49-F238E27FC236}">
                <a16:creationId xmlns:a16="http://schemas.microsoft.com/office/drawing/2014/main" id="{DB555BAA-4039-4B49-895C-35E23550160E}"/>
              </a:ext>
            </a:extLst>
          </p:cNvPr>
          <p:cNvPicPr>
            <a:picLocks noGrp="1" noChangeAspect="1"/>
          </p:cNvPicPr>
          <p:nvPr>
            <p:ph type="pic" sz="quarter" idx="11"/>
          </p:nvPr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/>
      </p:pic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4D1FF5F-45DC-404B-8CF0-7AC15D2F4B2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 rot="5400000">
            <a:off x="6082290" y="3068350"/>
            <a:ext cx="2832902" cy="789229"/>
          </a:xfrm>
        </p:spPr>
        <p:txBody>
          <a:bodyPr/>
          <a:lstStyle/>
          <a:p>
            <a:r>
              <a:rPr lang="en-US" dirty="0"/>
              <a:t>Caption / Credits Lorem ipsum </a:t>
            </a:r>
            <a:r>
              <a:rPr lang="en-US" noProof="1"/>
              <a:t>dolor sit amet, consectetur</a:t>
            </a:r>
          </a:p>
        </p:txBody>
      </p:sp>
      <p:pic>
        <p:nvPicPr>
          <p:cNvPr id="20" name="Picture Placeholder 19" descr="Illustration of Flower">
            <a:extLst>
              <a:ext uri="{FF2B5EF4-FFF2-40B4-BE49-F238E27FC236}">
                <a16:creationId xmlns:a16="http://schemas.microsoft.com/office/drawing/2014/main" id="{9760CB0F-41DA-4B74-B2DA-D6D11118E9F3}"/>
              </a:ext>
            </a:extLst>
          </p:cNvPr>
          <p:cNvPicPr>
            <a:picLocks noGrp="1" noChangeAspect="1"/>
          </p:cNvPicPr>
          <p:nvPr>
            <p:ph type="pic" sz="quarter" idx="12"/>
          </p:nvPr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/>
      </p:pic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C2E25FC1-4890-4A1E-A19C-2E7983D6CCA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 rot="5400000">
            <a:off x="9664543" y="3068350"/>
            <a:ext cx="2832902" cy="789229"/>
          </a:xfrm>
        </p:spPr>
        <p:txBody>
          <a:bodyPr/>
          <a:lstStyle/>
          <a:p>
            <a:r>
              <a:rPr lang="en-US" dirty="0"/>
              <a:t>Caption / Credits Lorem ipsum </a:t>
            </a:r>
            <a:r>
              <a:rPr lang="en-US" noProof="1"/>
              <a:t>dolor sit amet, consectetur</a:t>
            </a:r>
          </a:p>
        </p:txBody>
      </p:sp>
    </p:spTree>
    <p:extLst>
      <p:ext uri="{BB962C8B-B14F-4D97-AF65-F5344CB8AC3E}">
        <p14:creationId xmlns:p14="http://schemas.microsoft.com/office/powerpoint/2010/main" val="400664649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253ABABE-BBB7-419B-9F6C-5DA28735C8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Placeholder Title 08</a:t>
            </a:r>
          </a:p>
        </p:txBody>
      </p:sp>
      <p:pic>
        <p:nvPicPr>
          <p:cNvPr id="7" name="Picture Placeholder 6" descr="Illustration of Flower">
            <a:extLst>
              <a:ext uri="{FF2B5EF4-FFF2-40B4-BE49-F238E27FC236}">
                <a16:creationId xmlns:a16="http://schemas.microsoft.com/office/drawing/2014/main" id="{CCE2F8B5-7F9F-47D2-B761-A3D5536903EE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/>
      </p:pic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BD52767C-C569-417E-9090-CCE2D6413421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 rot="5400000">
            <a:off x="4701970" y="3834735"/>
            <a:ext cx="2296208" cy="954967"/>
          </a:xfrm>
        </p:spPr>
        <p:txBody>
          <a:bodyPr/>
          <a:lstStyle/>
          <a:p>
            <a:r>
              <a:rPr lang="en-US" dirty="0"/>
              <a:t>Caption / Credits Lorem ipsum </a:t>
            </a:r>
            <a:r>
              <a:rPr lang="en-US" noProof="1"/>
              <a:t>dolor sit amet, consectetur</a:t>
            </a:r>
          </a:p>
        </p:txBody>
      </p:sp>
      <p:pic>
        <p:nvPicPr>
          <p:cNvPr id="10" name="Picture Placeholder 9" descr="Illustration of Flower">
            <a:extLst>
              <a:ext uri="{FF2B5EF4-FFF2-40B4-BE49-F238E27FC236}">
                <a16:creationId xmlns:a16="http://schemas.microsoft.com/office/drawing/2014/main" id="{E4E5F07D-C924-4383-B839-4BDE25F6F8C7}"/>
              </a:ext>
            </a:extLst>
          </p:cNvPr>
          <p:cNvPicPr>
            <a:picLocks noGrp="1" noChangeAspect="1"/>
          </p:cNvPicPr>
          <p:nvPr>
            <p:ph type="pic" sz="quarter" idx="11"/>
          </p:nvPr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/>
      </p:pic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4B210ACE-8C27-486D-9567-E18DFD73DE8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 rot="5400000">
            <a:off x="10208586" y="3834736"/>
            <a:ext cx="2296210" cy="954967"/>
          </a:xfrm>
        </p:spPr>
        <p:txBody>
          <a:bodyPr/>
          <a:lstStyle/>
          <a:p>
            <a:r>
              <a:rPr lang="en-US" dirty="0"/>
              <a:t>Caption / Credits Lorem ipsum </a:t>
            </a:r>
            <a:r>
              <a:rPr lang="en-US" noProof="1"/>
              <a:t>dolor sit amet, consectetur</a:t>
            </a:r>
          </a:p>
        </p:txBody>
      </p:sp>
    </p:spTree>
    <p:extLst>
      <p:ext uri="{BB962C8B-B14F-4D97-AF65-F5344CB8AC3E}">
        <p14:creationId xmlns:p14="http://schemas.microsoft.com/office/powerpoint/2010/main" val="231821134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510D058D-C522-4FA3-A69E-9CB6734DC6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Placeholder Title 09</a:t>
            </a:r>
          </a:p>
        </p:txBody>
      </p:sp>
      <p:pic>
        <p:nvPicPr>
          <p:cNvPr id="7" name="Picture Placeholder 6" descr="Etched Cat">
            <a:extLst>
              <a:ext uri="{FF2B5EF4-FFF2-40B4-BE49-F238E27FC236}">
                <a16:creationId xmlns:a16="http://schemas.microsoft.com/office/drawing/2014/main" id="{83C42DA5-A497-4FFE-B035-17EF1A816936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/>
      </p:pic>
      <p:pic>
        <p:nvPicPr>
          <p:cNvPr id="9" name="Picture Placeholder 8" descr="Illustration of Flower">
            <a:extLst>
              <a:ext uri="{FF2B5EF4-FFF2-40B4-BE49-F238E27FC236}">
                <a16:creationId xmlns:a16="http://schemas.microsoft.com/office/drawing/2014/main" id="{509230DE-17CD-4590-873B-06222005ED48}"/>
              </a:ext>
            </a:extLst>
          </p:cNvPr>
          <p:cNvPicPr>
            <a:picLocks noGrp="1" noChangeAspect="1"/>
          </p:cNvPicPr>
          <p:nvPr>
            <p:ph type="pic" sz="quarter" idx="11"/>
          </p:nvPr>
        </p:nvPicPr>
        <p:blipFill rotWithShape="1"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/>
      </p:pic>
      <p:pic>
        <p:nvPicPr>
          <p:cNvPr id="11" name="Picture Placeholder 10" descr="Illustration of Plane">
            <a:extLst>
              <a:ext uri="{FF2B5EF4-FFF2-40B4-BE49-F238E27FC236}">
                <a16:creationId xmlns:a16="http://schemas.microsoft.com/office/drawing/2014/main" id="{77D6783A-30D0-4D3E-8B6D-6155A01AD30E}"/>
              </a:ext>
            </a:extLst>
          </p:cNvPr>
          <p:cNvPicPr>
            <a:picLocks noGrp="1" noChangeAspect="1"/>
          </p:cNvPicPr>
          <p:nvPr>
            <p:ph type="pic" sz="quarter" idx="12"/>
          </p:nvPr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/>
      </p:pic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13FCFB74-08BD-4E2F-828F-1533B4BAA40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dirty="0"/>
              <a:t>Caption / Credits Lorem ipsum </a:t>
            </a:r>
            <a:r>
              <a:rPr lang="en-US" noProof="1"/>
              <a:t>dolor sit amet, consectetur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89AE8279-38C5-4F77-B8F9-F25110A86B0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Caption / Credits Lorem ipsum </a:t>
            </a:r>
            <a:r>
              <a:rPr lang="en-US" noProof="1"/>
              <a:t>dolor sit amet, consectetur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5EA84DC-8DBC-4A25-BF16-8548D1E8D89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Caption / Credits Lorem ipsum </a:t>
            </a:r>
            <a:r>
              <a:rPr lang="en-US" noProof="1"/>
              <a:t>dolor sit amet, consectetur</a:t>
            </a:r>
          </a:p>
        </p:txBody>
      </p:sp>
    </p:spTree>
    <p:extLst>
      <p:ext uri="{BB962C8B-B14F-4D97-AF65-F5344CB8AC3E}">
        <p14:creationId xmlns:p14="http://schemas.microsoft.com/office/powerpoint/2010/main" val="64547102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B392219E-7A58-4452-AD2D-EB97368FD0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Placeholder Title 10</a:t>
            </a:r>
          </a:p>
        </p:txBody>
      </p:sp>
      <p:pic>
        <p:nvPicPr>
          <p:cNvPr id="14" name="Picture Placeholder 13" descr="Etched Bird">
            <a:extLst>
              <a:ext uri="{FF2B5EF4-FFF2-40B4-BE49-F238E27FC236}">
                <a16:creationId xmlns:a16="http://schemas.microsoft.com/office/drawing/2014/main" id="{E96BA92C-C9A2-4CF8-AB4F-45467412094A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-33068" r="-1344" b="-33012"/>
          <a:stretch/>
        </p:blipFill>
        <p:spPr>
          <a:xfrm>
            <a:off x="862169" y="2105505"/>
            <a:ext cx="1477554" cy="2451720"/>
          </a:xfrm>
          <a:solidFill>
            <a:schemeClr val="bg1"/>
          </a:solidFill>
        </p:spPr>
      </p:pic>
      <p:pic>
        <p:nvPicPr>
          <p:cNvPr id="18" name="Picture Placeholder 17" descr="Illustration of Flower">
            <a:extLst>
              <a:ext uri="{FF2B5EF4-FFF2-40B4-BE49-F238E27FC236}">
                <a16:creationId xmlns:a16="http://schemas.microsoft.com/office/drawing/2014/main" id="{B2A69615-4F24-4D90-A230-062831184492}"/>
              </a:ext>
            </a:extLst>
          </p:cNvPr>
          <p:cNvPicPr>
            <a:picLocks noGrp="1" noChangeAspect="1"/>
          </p:cNvPicPr>
          <p:nvPr>
            <p:ph type="pic" sz="quarter" idx="11"/>
          </p:nvPr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-25301" t="-4743" r="-33140"/>
          <a:stretch/>
        </p:blipFill>
        <p:spPr>
          <a:xfrm>
            <a:off x="3727503" y="1891128"/>
            <a:ext cx="1955492" cy="1955492"/>
          </a:xfrm>
          <a:solidFill>
            <a:schemeClr val="bg1"/>
          </a:solidFill>
        </p:spPr>
      </p:pic>
      <p:pic>
        <p:nvPicPr>
          <p:cNvPr id="22" name="Picture Placeholder 21" descr="Illustration of Plane">
            <a:extLst>
              <a:ext uri="{FF2B5EF4-FFF2-40B4-BE49-F238E27FC236}">
                <a16:creationId xmlns:a16="http://schemas.microsoft.com/office/drawing/2014/main" id="{70F20274-2895-45C8-94C8-0551486BBB86}"/>
              </a:ext>
            </a:extLst>
          </p:cNvPr>
          <p:cNvPicPr>
            <a:picLocks noGrp="1" noChangeAspect="1"/>
          </p:cNvPicPr>
          <p:nvPr>
            <p:ph type="pic" sz="quarter" idx="12"/>
          </p:nvPr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/>
      </p:pic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F8ADFDB4-C832-4147-B995-A1028B7F97F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dirty="0"/>
              <a:t>Caption / Credits Lorem ipsum </a:t>
            </a:r>
            <a:r>
              <a:rPr lang="en-US" noProof="1"/>
              <a:t>dolor sit.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7DBD331E-63E7-422B-848B-D7C2EC04CA2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Caption / Credits Lorem ipsum </a:t>
            </a:r>
            <a:r>
              <a:rPr lang="en-US" noProof="1"/>
              <a:t>dolor sit amet.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D4642F33-B2BA-4006-8A84-031555EDED6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Caption / Credits Lorem ipsum </a:t>
            </a:r>
            <a:r>
              <a:rPr lang="en-US" noProof="1"/>
              <a:t>dolor sit.</a:t>
            </a:r>
          </a:p>
        </p:txBody>
      </p:sp>
    </p:spTree>
    <p:extLst>
      <p:ext uri="{BB962C8B-B14F-4D97-AF65-F5344CB8AC3E}">
        <p14:creationId xmlns:p14="http://schemas.microsoft.com/office/powerpoint/2010/main" val="67812957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B9C4F1A1-433F-4F94-8124-749E1E6C41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Placeholder Title 11</a:t>
            </a:r>
          </a:p>
        </p:txBody>
      </p:sp>
      <p:pic>
        <p:nvPicPr>
          <p:cNvPr id="9" name="Picture Placeholder 8" descr="Etched Cat">
            <a:extLst>
              <a:ext uri="{FF2B5EF4-FFF2-40B4-BE49-F238E27FC236}">
                <a16:creationId xmlns:a16="http://schemas.microsoft.com/office/drawing/2014/main" id="{DDE3CFC4-B115-4073-96D1-8C784403E4A0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/>
      </p:pic>
      <p:pic>
        <p:nvPicPr>
          <p:cNvPr id="6" name="Picture Placeholder 5" descr="Illustration of Flower">
            <a:extLst>
              <a:ext uri="{FF2B5EF4-FFF2-40B4-BE49-F238E27FC236}">
                <a16:creationId xmlns:a16="http://schemas.microsoft.com/office/drawing/2014/main" id="{0D2C9B70-9C41-4A55-B6DF-4E5D96443405}"/>
              </a:ext>
            </a:extLst>
          </p:cNvPr>
          <p:cNvPicPr>
            <a:picLocks noGrp="1" noChangeAspect="1"/>
          </p:cNvPicPr>
          <p:nvPr>
            <p:ph type="pic" sz="quarter" idx="11"/>
          </p:nvPr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/>
      </p:pic>
      <p:pic>
        <p:nvPicPr>
          <p:cNvPr id="13" name="Picture Placeholder 12" descr="Abstract art">
            <a:extLst>
              <a:ext uri="{FF2B5EF4-FFF2-40B4-BE49-F238E27FC236}">
                <a16:creationId xmlns:a16="http://schemas.microsoft.com/office/drawing/2014/main" id="{9584C3FE-9734-47BE-A49C-A14C1F2B551F}"/>
              </a:ext>
            </a:extLst>
          </p:cNvPr>
          <p:cNvPicPr>
            <a:picLocks noGrp="1" noChangeAspect="1"/>
          </p:cNvPicPr>
          <p:nvPr>
            <p:ph type="pic" sz="quarter" idx="12"/>
          </p:nvPr>
        </p:nvPicPr>
        <p:blipFill rotWithShape="1"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/>
      </p:pic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B99E80D7-77C0-4C52-B61B-31DAE0D13AB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dirty="0"/>
              <a:t>From top left to bottom right Lorem ipsum </a:t>
            </a:r>
            <a:r>
              <a:rPr lang="en-US" noProof="1"/>
              <a:t>dolor sit amet, consectetur </a:t>
            </a:r>
          </a:p>
        </p:txBody>
      </p:sp>
      <p:pic>
        <p:nvPicPr>
          <p:cNvPr id="18" name="Picture Placeholder 17" descr="Illustration of Flower">
            <a:extLst>
              <a:ext uri="{FF2B5EF4-FFF2-40B4-BE49-F238E27FC236}">
                <a16:creationId xmlns:a16="http://schemas.microsoft.com/office/drawing/2014/main" id="{F9F7C5CA-1E1D-450D-9519-7B788C231257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/>
      </p:pic>
      <p:pic>
        <p:nvPicPr>
          <p:cNvPr id="17" name="Picture Placeholder 16" descr="Etched Bird">
            <a:extLst>
              <a:ext uri="{FF2B5EF4-FFF2-40B4-BE49-F238E27FC236}">
                <a16:creationId xmlns:a16="http://schemas.microsoft.com/office/drawing/2014/main" id="{D6BE4E04-D9D6-4417-B7AB-FCB60A2EE26B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>
          <a:blip r:embed="rId7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140257819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F3CD5C-7881-450B-A836-1A4940CDC1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Artists</a:t>
            </a:r>
          </a:p>
        </p:txBody>
      </p:sp>
      <p:pic>
        <p:nvPicPr>
          <p:cNvPr id="14" name="Picture Placeholder 13" descr="Artist with paintbrush">
            <a:extLst>
              <a:ext uri="{FF2B5EF4-FFF2-40B4-BE49-F238E27FC236}">
                <a16:creationId xmlns:a16="http://schemas.microsoft.com/office/drawing/2014/main" id="{92B00B46-52B6-491F-B5D7-AFF134C863C2}"/>
              </a:ext>
            </a:extLst>
          </p:cNvPr>
          <p:cNvPicPr>
            <a:picLocks noGrp="1" noChangeAspect="1"/>
          </p:cNvPicPr>
          <p:nvPr>
            <p:ph type="pic" sz="quarter" idx="11"/>
          </p:nvPr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303696" y="1633806"/>
            <a:ext cx="2163786" cy="3590393"/>
          </a:xfrm>
        </p:spPr>
      </p:pic>
      <p:graphicFrame>
        <p:nvGraphicFramePr>
          <p:cNvPr id="5" name="Table 14">
            <a:extLst>
              <a:ext uri="{FF2B5EF4-FFF2-40B4-BE49-F238E27FC236}">
                <a16:creationId xmlns:a16="http://schemas.microsoft.com/office/drawing/2014/main" id="{B13804A2-44BF-4348-873C-1004F3FB41C2}"/>
              </a:ext>
            </a:extLst>
          </p:cNvPr>
          <p:cNvGraphicFramePr>
            <a:graphicFrameLocks noGrp="1"/>
          </p:cNvGraphicFramePr>
          <p:nvPr>
            <p:ph type="tbl" sz="quarter" idx="10"/>
            <p:extLst>
              <p:ext uri="{D42A27DB-BD31-4B8C-83A1-F6EECF244321}">
                <p14:modId xmlns:p14="http://schemas.microsoft.com/office/powerpoint/2010/main" val="1671980798"/>
              </p:ext>
            </p:extLst>
          </p:nvPr>
        </p:nvGraphicFramePr>
        <p:xfrm>
          <a:off x="6289675" y="2970213"/>
          <a:ext cx="4813754" cy="2545215"/>
        </p:xfrm>
        <a:graphic>
          <a:graphicData uri="http://schemas.openxmlformats.org/drawingml/2006/table">
            <a:tbl>
              <a:tblPr firstRow="1">
                <a:tableStyleId>{9D7B26C5-4107-4FEC-AEDC-1716B250A1EF}</a:tableStyleId>
              </a:tblPr>
              <a:tblGrid>
                <a:gridCol w="2085068">
                  <a:extLst>
                    <a:ext uri="{9D8B030D-6E8A-4147-A177-3AD203B41FA5}">
                      <a16:colId xmlns:a16="http://schemas.microsoft.com/office/drawing/2014/main" val="488742542"/>
                    </a:ext>
                  </a:extLst>
                </a:gridCol>
                <a:gridCol w="2728686">
                  <a:extLst>
                    <a:ext uri="{9D8B030D-6E8A-4147-A177-3AD203B41FA5}">
                      <a16:colId xmlns:a16="http://schemas.microsoft.com/office/drawing/2014/main" val="2485424801"/>
                    </a:ext>
                  </a:extLst>
                </a:gridCol>
              </a:tblGrid>
              <a:tr h="509043">
                <a:tc>
                  <a:txBody>
                    <a:bodyPr/>
                    <a:lstStyle/>
                    <a:p>
                      <a:r>
                        <a:rPr lang="en-US" dirty="0"/>
                        <a:t>Art Piece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Artist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23165440"/>
                  </a:ext>
                </a:extLst>
              </a:tr>
              <a:tr h="509043">
                <a:tc>
                  <a:txBody>
                    <a:bodyPr/>
                    <a:lstStyle/>
                    <a:p>
                      <a:r>
                        <a:rPr lang="en-US" dirty="0"/>
                        <a:t>Lorem Ipsum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noProof="1"/>
                        <a:t>Mirjam Nilsson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74663811"/>
                  </a:ext>
                </a:extLst>
              </a:tr>
              <a:tr h="509043">
                <a:tc>
                  <a:txBody>
                    <a:bodyPr/>
                    <a:lstStyle/>
                    <a:p>
                      <a:r>
                        <a:rPr lang="en-US" dirty="0"/>
                        <a:t>Lorem Ipsum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noProof="1"/>
                        <a:t>Victoria Lindqvist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7040381"/>
                  </a:ext>
                </a:extLst>
              </a:tr>
              <a:tr h="509043">
                <a:tc>
                  <a:txBody>
                    <a:bodyPr/>
                    <a:lstStyle/>
                    <a:p>
                      <a:r>
                        <a:rPr lang="en-US" dirty="0"/>
                        <a:t>Lorem Ipsum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noProof="1"/>
                        <a:t>August Bergqvist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4808058"/>
                  </a:ext>
                </a:extLst>
              </a:tr>
              <a:tr h="509043">
                <a:tc>
                  <a:txBody>
                    <a:bodyPr/>
                    <a:lstStyle/>
                    <a:p>
                      <a:r>
                        <a:rPr lang="en-US" dirty="0"/>
                        <a:t>Lorem Ipsum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noProof="1"/>
                        <a:t>Alexander Martensson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0552767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7445812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300">
      <a:majorFont>
        <a:latin typeface="Avenir Next LT Pro"/>
        <a:ea typeface=""/>
        <a:cs typeface=""/>
      </a:majorFont>
      <a:minorFont>
        <a:latin typeface="Avenir Next L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f55840591_win32_fixed" id="{5AF53E5D-BE7C-4FA4-B447-0E8FA50C0EE0}" vid="{27FB5E00-7AA5-4984-B380-EC7975E28C43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4" ma:contentTypeDescription="Create a new document." ma:contentTypeScope="" ma:versionID="2d714a3296df14eba7a100bb665443ca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49549bf45bfbbfb6cffed527380e77e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2579D51E-9FFD-4AB4-BEF5-09708B5B458A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A70CA1C3-2318-4F2F-A4DE-608D3496CE02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B7F0D7F0-840F-4D53-925D-ED14264E2D85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314</Words>
  <Application>Microsoft Office PowerPoint</Application>
  <PresentationFormat>Widescreen</PresentationFormat>
  <Paragraphs>66</Paragraphs>
  <Slides>15</Slides>
  <Notes>15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6" baseType="lpstr">
      <vt:lpstr>Office Theme</vt:lpstr>
      <vt:lpstr>Place Your Title Here</vt:lpstr>
      <vt:lpstr>Section Header</vt:lpstr>
      <vt:lpstr>Placeholder Title 01</vt:lpstr>
      <vt:lpstr>Placeholder Title 0</vt:lpstr>
      <vt:lpstr>Placeholder Title 03</vt:lpstr>
      <vt:lpstr>Placeholder Title 04</vt:lpstr>
      <vt:lpstr>Section Header </vt:lpstr>
      <vt:lpstr>Placeholder Title 05</vt:lpstr>
      <vt:lpstr>Placeholder Title 06</vt:lpstr>
      <vt:lpstr>Placeholder Title 07</vt:lpstr>
      <vt:lpstr>Placeholder Title 08</vt:lpstr>
      <vt:lpstr>Placeholder Title 09</vt:lpstr>
      <vt:lpstr>Placeholder Title 10</vt:lpstr>
      <vt:lpstr>Placeholder Title 11</vt:lpstr>
      <vt:lpstr>Artists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2</cp:revision>
  <dcterms:created xsi:type="dcterms:W3CDTF">2026-10-03T23:19:37Z</dcterms:created>
  <dcterms:modified xsi:type="dcterms:W3CDTF">2026-10-03T23:19:49Z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