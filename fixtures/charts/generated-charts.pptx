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6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7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8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44.8</c:v>
                </c:pt>
                <c:pt idx="1">
                  <c:v>43.1</c:v>
                </c:pt>
                <c:pt idx="2">
                  <c:v>44.5</c:v>
                </c:pt>
                <c:pt idx="3">
                  <c:v>42.7</c:v>
                </c:pt>
                <c:pt idx="4">
                  <c:v>44.1</c:v>
                </c:pt>
                <c:pt idx="5">
                  <c:v>42.4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33.1</c:v>
                </c:pt>
                <c:pt idx="1">
                  <c:v>31.4</c:v>
                </c:pt>
                <c:pt idx="2">
                  <c:v>32.8</c:v>
                </c:pt>
                <c:pt idx="3">
                  <c:v>31.0</c:v>
                </c:pt>
                <c:pt idx="4">
                  <c:v>32.4</c:v>
                </c:pt>
                <c:pt idx="5">
                  <c:v>33.8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Ouest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19.4</c:v>
                </c:pt>
                <c:pt idx="1">
                  <c:v>20.8</c:v>
                </c:pt>
                <c:pt idx="2">
                  <c:v>19.1</c:v>
                </c:pt>
                <c:pt idx="3">
                  <c:v>20.5</c:v>
                </c:pt>
                <c:pt idx="4">
                  <c:v>18.7</c:v>
                </c:pt>
                <c:pt idx="5">
                  <c:v>20.1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01159928"/>
        <c:crosses val="autoZero"/>
        <c:crossBetween val="midCat"/>
      </c:valAx>
    </c:plotArea>
    <c:legend>
      <c:legendPos val="b"/>
      <c:layout/>
      <c:overlay val="0"/>
    </c:legend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44.8</c:v>
                </c:pt>
                <c:pt idx="1">
                  <c:v>43.1</c:v>
                </c:pt>
                <c:pt idx="2">
                  <c:v>44.5</c:v>
                </c:pt>
                <c:pt idx="3">
                  <c:v>42.7</c:v>
                </c:pt>
                <c:pt idx="4">
                  <c:v>44.1</c:v>
                </c:pt>
                <c:pt idx="5">
                  <c:v>42.4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33.1</c:v>
                </c:pt>
                <c:pt idx="1">
                  <c:v>31.4</c:v>
                </c:pt>
                <c:pt idx="2">
                  <c:v>32.8</c:v>
                </c:pt>
                <c:pt idx="3">
                  <c:v>31.0</c:v>
                </c:pt>
                <c:pt idx="4">
                  <c:v>32.4</c:v>
                </c:pt>
                <c:pt idx="5">
                  <c:v>33.8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Ouest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19.4</c:v>
                </c:pt>
                <c:pt idx="1">
                  <c:v>20.8</c:v>
                </c:pt>
                <c:pt idx="2">
                  <c:v>19.1</c:v>
                </c:pt>
                <c:pt idx="3">
                  <c:v>20.5</c:v>
                </c:pt>
                <c:pt idx="4">
                  <c:v>18.7</c:v>
                </c:pt>
                <c:pt idx="5">
                  <c:v>20.1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01159928"/>
        <c:crosses val="autoZero"/>
        <c:crossBetween val="midCat"/>
      </c:valAx>
    </c:plotArea>
    <c:legend>
      <c:legendPos val="b"/>
      <c:layout/>
      <c:overlay val="0"/>
    </c:legend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44.8</c:v>
                </c:pt>
                <c:pt idx="1">
                  <c:v>43.1</c:v>
                </c:pt>
                <c:pt idx="2">
                  <c:v>44.5</c:v>
                </c:pt>
                <c:pt idx="3">
                  <c:v>42.7</c:v>
                </c:pt>
                <c:pt idx="4">
                  <c:v>44.1</c:v>
                </c:pt>
                <c:pt idx="5">
                  <c:v>42.4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33.1</c:v>
                </c:pt>
                <c:pt idx="1">
                  <c:v>31.4</c:v>
                </c:pt>
                <c:pt idx="2">
                  <c:v>32.8</c:v>
                </c:pt>
                <c:pt idx="3">
                  <c:v>31.0</c:v>
                </c:pt>
                <c:pt idx="4">
                  <c:v>32.4</c:v>
                </c:pt>
                <c:pt idx="5">
                  <c:v>33.8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Ouest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19.4</c:v>
                </c:pt>
                <c:pt idx="1">
                  <c:v>20.8</c:v>
                </c:pt>
                <c:pt idx="2">
                  <c:v>19.1</c:v>
                </c:pt>
                <c:pt idx="3">
                  <c:v>20.5</c:v>
                </c:pt>
                <c:pt idx="4">
                  <c:v>18.7</c:v>
                </c:pt>
                <c:pt idx="5">
                  <c:v>20.1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01159928"/>
        <c:crosses val="autoZero"/>
        <c:crossBetween val="midCat"/>
      </c:valAx>
    </c:plotArea>
    <c:legend>
      <c:legendPos val="b"/>
      <c:layout/>
      <c:overlay val="0"/>
    </c:legend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Nord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44.8</c:v>
                </c:pt>
                <c:pt idx="1">
                  <c:v>43.1</c:v>
                </c:pt>
                <c:pt idx="2">
                  <c:v>44.5</c:v>
                </c:pt>
                <c:pt idx="3">
                  <c:v>42.7</c:v>
                </c:pt>
                <c:pt idx="4">
                  <c:v>44.1</c:v>
                </c:pt>
                <c:pt idx="5">
                  <c:v>42.4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33.1</c:v>
                </c:pt>
                <c:pt idx="1">
                  <c:v>31.4</c:v>
                </c:pt>
                <c:pt idx="2">
                  <c:v>32.8</c:v>
                </c:pt>
                <c:pt idx="3">
                  <c:v>31.0</c:v>
                </c:pt>
                <c:pt idx="4">
                  <c:v>32.4</c:v>
                </c:pt>
                <c:pt idx="5">
                  <c:v>33.8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Ouest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19.4</c:v>
                </c:pt>
                <c:pt idx="1">
                  <c:v>20.8</c:v>
                </c:pt>
                <c:pt idx="2">
                  <c:v>19.1</c:v>
                </c:pt>
                <c:pt idx="3">
                  <c:v>20.5</c:v>
                </c:pt>
                <c:pt idx="4">
                  <c:v>18.7</c:v>
                </c:pt>
                <c:pt idx="5">
                  <c:v>20.1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Nord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44.8</c:v>
                </c:pt>
                <c:pt idx="1">
                  <c:v>43.1</c:v>
                </c:pt>
                <c:pt idx="2">
                  <c:v>44.5</c:v>
                </c:pt>
                <c:pt idx="3">
                  <c:v>42.7</c:v>
                </c:pt>
                <c:pt idx="4">
                  <c:v>44.1</c:v>
                </c:pt>
                <c:pt idx="5">
                  <c:v>42.4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33.1</c:v>
                </c:pt>
                <c:pt idx="1">
                  <c:v>31.4</c:v>
                </c:pt>
                <c:pt idx="2">
                  <c:v>32.8</c:v>
                </c:pt>
                <c:pt idx="3">
                  <c:v>31.0</c:v>
                </c:pt>
                <c:pt idx="4">
                  <c:v>32.4</c:v>
                </c:pt>
                <c:pt idx="5">
                  <c:v>33.8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Ouest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19.4</c:v>
                </c:pt>
                <c:pt idx="1">
                  <c:v>20.8</c:v>
                </c:pt>
                <c:pt idx="2">
                  <c:v>19.1</c:v>
                </c:pt>
                <c:pt idx="3">
                  <c:v>20.5</c:v>
                </c:pt>
                <c:pt idx="4">
                  <c:v>18.7</c:v>
                </c:pt>
                <c:pt idx="5">
                  <c:v>20.1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Nord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44.8</c:v>
                </c:pt>
                <c:pt idx="1">
                  <c:v>43.1</c:v>
                </c:pt>
                <c:pt idx="2">
                  <c:v>44.5</c:v>
                </c:pt>
                <c:pt idx="3">
                  <c:v>42.7</c:v>
                </c:pt>
                <c:pt idx="4">
                  <c:v>44.1</c:v>
                </c:pt>
                <c:pt idx="5">
                  <c:v>42.4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33.1</c:v>
                </c:pt>
                <c:pt idx="1">
                  <c:v>31.4</c:v>
                </c:pt>
                <c:pt idx="2">
                  <c:v>32.8</c:v>
                </c:pt>
                <c:pt idx="3">
                  <c:v>31.0</c:v>
                </c:pt>
                <c:pt idx="4">
                  <c:v>32.4</c:v>
                </c:pt>
                <c:pt idx="5">
                  <c:v>33.8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Ouest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19.4</c:v>
                </c:pt>
                <c:pt idx="1">
                  <c:v>20.8</c:v>
                </c:pt>
                <c:pt idx="2">
                  <c:v>19.1</c:v>
                </c:pt>
                <c:pt idx="3">
                  <c:v>20.5</c:v>
                </c:pt>
                <c:pt idx="4">
                  <c:v>18.7</c:v>
                </c:pt>
                <c:pt idx="5">
                  <c:v>20.1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Régions</c:v>
                </c:pt>
              </c:strCache>
            </c:strRef>
          </c:tx>
          <c:invertIfNegative val="0"/>
          <c:xVal>
            <c:numRef>
              <c:f>Sheet1!$A$2:$A$6</c:f>
              <c:numCache>
                <c:formatCode>General</c:formatCode>
                <c:ptCount val="5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6</c:v>
                </c:pt>
                <c:pt idx="2">
                  <c:v>11</c:v>
                </c:pt>
                <c:pt idx="3">
                  <c:v>5</c:v>
                </c:pt>
                <c:pt idx="4">
                  <c:v>10</c:v>
                </c:pt>
              </c:numCache>
            </c:numRef>
          </c:yVal>
          <c:bubbleSize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8</c:v>
                </c:pt>
                <c:pt idx="3">
                  <c:v>4</c:v>
                </c:pt>
                <c:pt idx="4">
                  <c:v>7</c:v>
                </c:pt>
              </c:numCache>
            </c:numRef>
          </c:bubbleSize>
          <c:bubble3D val="0"/>
        </c:ser>
        <c:ser>
          <c:idx val="1"/>
          <c:order val="1"/>
          <c:tx>
            <c:strRef>
              <c:f>Sheet1!$B$8</c:f>
              <c:strCache>
                <c:ptCount val="1"/>
                <c:pt idx="0">
                  <c:v>Villes</c:v>
                </c:pt>
              </c:strCache>
            </c:strRef>
          </c:tx>
          <c:invertIfNegative val="0"/>
          <c:xVal>
            <c:numRef>
              <c:f>Sheet1!$A$9:$A$13</c:f>
              <c:numCache>
                <c:formatCode>General</c:formatCode>
                <c:ptCount val="5"/>
                <c:pt idx="0">
                  <c:v>1</c:v>
                </c:pt>
                <c:pt idx="1">
                  <c:v>3</c:v>
                </c:pt>
                <c:pt idx="2">
                  <c:v>5</c:v>
                </c:pt>
                <c:pt idx="3">
                  <c:v>7</c:v>
                </c:pt>
                <c:pt idx="4">
                  <c:v>9</c:v>
                </c:pt>
              </c:numCache>
            </c:numRef>
          </c:xVal>
          <c:yVal>
            <c:numRef>
              <c:f>Sheet1!$B$9:$B$13</c:f>
              <c:numCache>
                <c:formatCode>General</c:formatCode>
                <c:ptCount val="5"/>
                <c:pt idx="0">
                  <c:v>4</c:v>
                </c:pt>
                <c:pt idx="1">
                  <c:v>9</c:v>
                </c:pt>
                <c:pt idx="2">
                  <c:v>3</c:v>
                </c:pt>
                <c:pt idx="3">
                  <c:v>8</c:v>
                </c:pt>
                <c:pt idx="4">
                  <c:v>2</c:v>
                </c:pt>
              </c:numCache>
            </c:numRef>
          </c:yVal>
          <c:bubbleSize>
            <c:numRef>
              <c:f>Sheet1!$C$9:$C$13</c:f>
              <c:numCache>
                <c:formatCode>General</c:formatCode>
                <c:ptCount val="5"/>
                <c:pt idx="0">
                  <c:v>3</c:v>
                </c:pt>
                <c:pt idx="1">
                  <c:v>6</c:v>
                </c:pt>
                <c:pt idx="2">
                  <c:v>2</c:v>
                </c:pt>
                <c:pt idx="3">
                  <c:v>5</c:v>
                </c:pt>
                <c:pt idx="4">
                  <c:v>8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-2115720072"/>
        <c:axId val="-2115723560"/>
      </c:bubbleChart>
      <c:valAx>
        <c:axId val="-21157200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15723560"/>
        <c:crosses val="autoZero"/>
        <c:crossBetween val="midCat"/>
      </c:valAx>
      <c:valAx>
        <c:axId val="-211572356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15720072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Régions</c:v>
                </c:pt>
              </c:strCache>
            </c:strRef>
          </c:tx>
          <c:invertIfNegative val="0"/>
          <c:xVal>
            <c:numRef>
              <c:f>Sheet1!$A$2:$A$6</c:f>
              <c:numCache>
                <c:formatCode>General</c:formatCode>
                <c:ptCount val="5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6</c:v>
                </c:pt>
                <c:pt idx="2">
                  <c:v>11</c:v>
                </c:pt>
                <c:pt idx="3">
                  <c:v>5</c:v>
                </c:pt>
                <c:pt idx="4">
                  <c:v>10</c:v>
                </c:pt>
              </c:numCache>
            </c:numRef>
          </c:yVal>
          <c:bubbleSize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8</c:v>
                </c:pt>
                <c:pt idx="3">
                  <c:v>4</c:v>
                </c:pt>
                <c:pt idx="4">
                  <c:v>7</c:v>
                </c:pt>
              </c:numCache>
            </c:numRef>
          </c:bubbleSize>
          <c:bubble3D val="1"/>
        </c:ser>
        <c:ser>
          <c:idx val="1"/>
          <c:order val="1"/>
          <c:tx>
            <c:strRef>
              <c:f>Sheet1!$B$8</c:f>
              <c:strCache>
                <c:ptCount val="1"/>
                <c:pt idx="0">
                  <c:v>Villes</c:v>
                </c:pt>
              </c:strCache>
            </c:strRef>
          </c:tx>
          <c:invertIfNegative val="0"/>
          <c:xVal>
            <c:numRef>
              <c:f>Sheet1!$A$9:$A$13</c:f>
              <c:numCache>
                <c:formatCode>General</c:formatCode>
                <c:ptCount val="5"/>
                <c:pt idx="0">
                  <c:v>1</c:v>
                </c:pt>
                <c:pt idx="1">
                  <c:v>3</c:v>
                </c:pt>
                <c:pt idx="2">
                  <c:v>5</c:v>
                </c:pt>
                <c:pt idx="3">
                  <c:v>7</c:v>
                </c:pt>
                <c:pt idx="4">
                  <c:v>9</c:v>
                </c:pt>
              </c:numCache>
            </c:numRef>
          </c:xVal>
          <c:yVal>
            <c:numRef>
              <c:f>Sheet1!$B$9:$B$13</c:f>
              <c:numCache>
                <c:formatCode>General</c:formatCode>
                <c:ptCount val="5"/>
                <c:pt idx="0">
                  <c:v>4</c:v>
                </c:pt>
                <c:pt idx="1">
                  <c:v>9</c:v>
                </c:pt>
                <c:pt idx="2">
                  <c:v>3</c:v>
                </c:pt>
                <c:pt idx="3">
                  <c:v>8</c:v>
                </c:pt>
                <c:pt idx="4">
                  <c:v>2</c:v>
                </c:pt>
              </c:numCache>
            </c:numRef>
          </c:yVal>
          <c:bubbleSize>
            <c:numRef>
              <c:f>Sheet1!$C$9:$C$13</c:f>
              <c:numCache>
                <c:formatCode>General</c:formatCode>
                <c:ptCount val="5"/>
                <c:pt idx="0">
                  <c:v>3</c:v>
                </c:pt>
                <c:pt idx="1">
                  <c:v>6</c:v>
                </c:pt>
                <c:pt idx="2">
                  <c:v>2</c:v>
                </c:pt>
                <c:pt idx="3">
                  <c:v>5</c:v>
                </c:pt>
                <c:pt idx="4">
                  <c:v>8</c:v>
                </c:pt>
              </c:numCache>
            </c:numRef>
          </c:bubbleSize>
          <c:bubble3D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-2115720072"/>
        <c:axId val="-2115723560"/>
      </c:bubbleChart>
      <c:valAx>
        <c:axId val="-21157200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15723560"/>
        <c:crosses val="autoZero"/>
        <c:crossBetween val="midCat"/>
      </c:valAx>
      <c:valAx>
        <c:axId val="-211572356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15720072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Nord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44.8</c:v>
                </c:pt>
                <c:pt idx="1">
                  <c:v>43.1</c:v>
                </c:pt>
                <c:pt idx="2">
                  <c:v>44.5</c:v>
                </c:pt>
                <c:pt idx="3">
                  <c:v>42.7</c:v>
                </c:pt>
                <c:pt idx="4">
                  <c:v>44.1</c:v>
                </c:pt>
                <c:pt idx="5">
                  <c:v>42.4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33.1</c:v>
                </c:pt>
                <c:pt idx="1">
                  <c:v>31.4</c:v>
                </c:pt>
                <c:pt idx="2">
                  <c:v>32.8</c:v>
                </c:pt>
                <c:pt idx="3">
                  <c:v>31.0</c:v>
                </c:pt>
                <c:pt idx="4">
                  <c:v>32.4</c:v>
                </c:pt>
                <c:pt idx="5">
                  <c:v>33.8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Ouest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19.4</c:v>
                </c:pt>
                <c:pt idx="1">
                  <c:v>20.8</c:v>
                </c:pt>
                <c:pt idx="2">
                  <c:v>19.1</c:v>
                </c:pt>
                <c:pt idx="3">
                  <c:v>20.5</c:v>
                </c:pt>
                <c:pt idx="4">
                  <c:v>18.7</c:v>
                </c:pt>
                <c:pt idx="5">
                  <c:v>20.1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Nord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44.8</c:v>
                </c:pt>
                <c:pt idx="1">
                  <c:v>43.1</c:v>
                </c:pt>
                <c:pt idx="2">
                  <c:v>44.5</c:v>
                </c:pt>
                <c:pt idx="3">
                  <c:v>42.7</c:v>
                </c:pt>
                <c:pt idx="4">
                  <c:v>44.1</c:v>
                </c:pt>
                <c:pt idx="5">
                  <c:v>42.4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33.1</c:v>
                </c:pt>
                <c:pt idx="1">
                  <c:v>31.4</c:v>
                </c:pt>
                <c:pt idx="2">
                  <c:v>32.8</c:v>
                </c:pt>
                <c:pt idx="3">
                  <c:v>31.0</c:v>
                </c:pt>
                <c:pt idx="4">
                  <c:v>32.4</c:v>
                </c:pt>
                <c:pt idx="5">
                  <c:v>33.8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Ouest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19.4</c:v>
                </c:pt>
                <c:pt idx="1">
                  <c:v>20.8</c:v>
                </c:pt>
                <c:pt idx="2">
                  <c:v>19.1</c:v>
                </c:pt>
                <c:pt idx="3">
                  <c:v>20.5</c:v>
                </c:pt>
                <c:pt idx="4">
                  <c:v>18.7</c:v>
                </c:pt>
                <c:pt idx="5">
                  <c:v>20.1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Nord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44.8</c:v>
                </c:pt>
                <c:pt idx="1">
                  <c:v>43.1</c:v>
                </c:pt>
                <c:pt idx="2">
                  <c:v>44.5</c:v>
                </c:pt>
                <c:pt idx="3">
                  <c:v>42.7</c:v>
                </c:pt>
                <c:pt idx="4">
                  <c:v>44.1</c:v>
                </c:pt>
                <c:pt idx="5">
                  <c:v>42.4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33.1</c:v>
                </c:pt>
                <c:pt idx="1">
                  <c:v>31.4</c:v>
                </c:pt>
                <c:pt idx="2">
                  <c:v>32.8</c:v>
                </c:pt>
                <c:pt idx="3">
                  <c:v>31.0</c:v>
                </c:pt>
                <c:pt idx="4">
                  <c:v>32.4</c:v>
                </c:pt>
                <c:pt idx="5">
                  <c:v>33.8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Ouest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19.4</c:v>
                </c:pt>
                <c:pt idx="1">
                  <c:v>20.8</c:v>
                </c:pt>
                <c:pt idx="2">
                  <c:v>19.1</c:v>
                </c:pt>
                <c:pt idx="3">
                  <c:v>20.5</c:v>
                </c:pt>
                <c:pt idx="4">
                  <c:v>18.7</c:v>
                </c:pt>
                <c:pt idx="5">
                  <c:v>20.1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Nord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44.8</c:v>
                </c:pt>
                <c:pt idx="1">
                  <c:v>43.1</c:v>
                </c:pt>
                <c:pt idx="2">
                  <c:v>44.5</c:v>
                </c:pt>
                <c:pt idx="3">
                  <c:v>42.7</c:v>
                </c:pt>
                <c:pt idx="4">
                  <c:v>44.1</c:v>
                </c:pt>
                <c:pt idx="5">
                  <c:v>42.4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Nord</c:v>
                </c:pt>
              </c:strCache>
            </c:strRef>
          </c:tx>
          <c:explosion val="25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44.8</c:v>
                </c:pt>
                <c:pt idx="1">
                  <c:v>43.1</c:v>
                </c:pt>
                <c:pt idx="2">
                  <c:v>44.5</c:v>
                </c:pt>
                <c:pt idx="3">
                  <c:v>42.7</c:v>
                </c:pt>
                <c:pt idx="4">
                  <c:v>44.1</c:v>
                </c:pt>
                <c:pt idx="5">
                  <c:v>42.4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Nord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44.8</c:v>
                </c:pt>
                <c:pt idx="1">
                  <c:v>43.1</c:v>
                </c:pt>
                <c:pt idx="2">
                  <c:v>44.5</c:v>
                </c:pt>
                <c:pt idx="3">
                  <c:v>42.7</c:v>
                </c:pt>
                <c:pt idx="4">
                  <c:v>44.1</c:v>
                </c:pt>
                <c:pt idx="5">
                  <c:v>42.4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Sud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33.1</c:v>
                </c:pt>
                <c:pt idx="1">
                  <c:v>31.4</c:v>
                </c:pt>
                <c:pt idx="2">
                  <c:v>32.8</c:v>
                </c:pt>
                <c:pt idx="3">
                  <c:v>31.0</c:v>
                </c:pt>
                <c:pt idx="4">
                  <c:v>32.4</c:v>
                </c:pt>
                <c:pt idx="5">
                  <c:v>33.8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Ouest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19.4</c:v>
                </c:pt>
                <c:pt idx="1">
                  <c:v>20.8</c:v>
                </c:pt>
                <c:pt idx="2">
                  <c:v>19.1</c:v>
                </c:pt>
                <c:pt idx="3">
                  <c:v>20.5</c:v>
                </c:pt>
                <c:pt idx="4">
                  <c:v>18.7</c:v>
                </c:pt>
                <c:pt idx="5">
                  <c:v>20.1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44.8</c:v>
                </c:pt>
                <c:pt idx="1">
                  <c:v>43.1</c:v>
                </c:pt>
                <c:pt idx="2">
                  <c:v>44.5</c:v>
                </c:pt>
                <c:pt idx="3">
                  <c:v>42.7</c:v>
                </c:pt>
                <c:pt idx="4">
                  <c:v>44.1</c:v>
                </c:pt>
                <c:pt idx="5">
                  <c:v>42.4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33.1</c:v>
                </c:pt>
                <c:pt idx="1">
                  <c:v>31.4</c:v>
                </c:pt>
                <c:pt idx="2">
                  <c:v>32.8</c:v>
                </c:pt>
                <c:pt idx="3">
                  <c:v>31.0</c:v>
                </c:pt>
                <c:pt idx="4">
                  <c:v>32.4</c:v>
                </c:pt>
                <c:pt idx="5">
                  <c:v>33.8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Ouest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19.4</c:v>
                </c:pt>
                <c:pt idx="1">
                  <c:v>20.8</c:v>
                </c:pt>
                <c:pt idx="2">
                  <c:v>19.1</c:v>
                </c:pt>
                <c:pt idx="3">
                  <c:v>20.5</c:v>
                </c:pt>
                <c:pt idx="4">
                  <c:v>18.7</c:v>
                </c:pt>
                <c:pt idx="5">
                  <c:v>20.1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44.8</c:v>
                </c:pt>
                <c:pt idx="1">
                  <c:v>43.1</c:v>
                </c:pt>
                <c:pt idx="2">
                  <c:v>44.5</c:v>
                </c:pt>
                <c:pt idx="3">
                  <c:v>42.7</c:v>
                </c:pt>
                <c:pt idx="4">
                  <c:v>44.1</c:v>
                </c:pt>
                <c:pt idx="5">
                  <c:v>42.4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33.1</c:v>
                </c:pt>
                <c:pt idx="1">
                  <c:v>31.4</c:v>
                </c:pt>
                <c:pt idx="2">
                  <c:v>32.8</c:v>
                </c:pt>
                <c:pt idx="3">
                  <c:v>31.0</c:v>
                </c:pt>
                <c:pt idx="4">
                  <c:v>32.4</c:v>
                </c:pt>
                <c:pt idx="5">
                  <c:v>33.8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Ouest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19.4</c:v>
                </c:pt>
                <c:pt idx="1">
                  <c:v>20.8</c:v>
                </c:pt>
                <c:pt idx="2">
                  <c:v>19.1</c:v>
                </c:pt>
                <c:pt idx="3">
                  <c:v>20.5</c:v>
                </c:pt>
                <c:pt idx="4">
                  <c:v>18.7</c:v>
                </c:pt>
                <c:pt idx="5">
                  <c:v>20.1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44.8</c:v>
                </c:pt>
                <c:pt idx="1">
                  <c:v>43.1</c:v>
                </c:pt>
                <c:pt idx="2">
                  <c:v>44.5</c:v>
                </c:pt>
                <c:pt idx="3">
                  <c:v>42.7</c:v>
                </c:pt>
                <c:pt idx="4">
                  <c:v>44.1</c:v>
                </c:pt>
                <c:pt idx="5">
                  <c:v>42.4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33.1</c:v>
                </c:pt>
                <c:pt idx="1">
                  <c:v>31.4</c:v>
                </c:pt>
                <c:pt idx="2">
                  <c:v>32.8</c:v>
                </c:pt>
                <c:pt idx="3">
                  <c:v>31.0</c:v>
                </c:pt>
                <c:pt idx="4">
                  <c:v>32.4</c:v>
                </c:pt>
                <c:pt idx="5">
                  <c:v>33.8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Ouest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19.4</c:v>
                </c:pt>
                <c:pt idx="1">
                  <c:v>20.8</c:v>
                </c:pt>
                <c:pt idx="2">
                  <c:v>19.1</c:v>
                </c:pt>
                <c:pt idx="3">
                  <c:v>20.5</c:v>
                </c:pt>
                <c:pt idx="4">
                  <c:v>18.7</c:v>
                </c:pt>
                <c:pt idx="5">
                  <c:v>20.1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Nord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44.8</c:v>
                </c:pt>
                <c:pt idx="1">
                  <c:v>43.1</c:v>
                </c:pt>
                <c:pt idx="2">
                  <c:v>44.5</c:v>
                </c:pt>
                <c:pt idx="3">
                  <c:v>42.7</c:v>
                </c:pt>
                <c:pt idx="4">
                  <c:v>44.1</c:v>
                </c:pt>
                <c:pt idx="5">
                  <c:v>42.4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Sud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33.1</c:v>
                </c:pt>
                <c:pt idx="1">
                  <c:v>31.4</c:v>
                </c:pt>
                <c:pt idx="2">
                  <c:v>32.8</c:v>
                </c:pt>
                <c:pt idx="3">
                  <c:v>31.0</c:v>
                </c:pt>
                <c:pt idx="4">
                  <c:v>32.4</c:v>
                </c:pt>
                <c:pt idx="5">
                  <c:v>33.8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Ouest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19.4</c:v>
                </c:pt>
                <c:pt idx="1">
                  <c:v>20.8</c:v>
                </c:pt>
                <c:pt idx="2">
                  <c:v>19.1</c:v>
                </c:pt>
                <c:pt idx="3">
                  <c:v>20.5</c:v>
                </c:pt>
                <c:pt idx="4">
                  <c:v>18.7</c:v>
                </c:pt>
                <c:pt idx="5">
                  <c:v>20.1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Nord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44.8</c:v>
                </c:pt>
                <c:pt idx="1">
                  <c:v>43.1</c:v>
                </c:pt>
                <c:pt idx="2">
                  <c:v>44.5</c:v>
                </c:pt>
                <c:pt idx="3">
                  <c:v>42.7</c:v>
                </c:pt>
                <c:pt idx="4">
                  <c:v>44.1</c:v>
                </c:pt>
                <c:pt idx="5">
                  <c:v>42.4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Sud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33.1</c:v>
                </c:pt>
                <c:pt idx="1">
                  <c:v>31.4</c:v>
                </c:pt>
                <c:pt idx="2">
                  <c:v>32.8</c:v>
                </c:pt>
                <c:pt idx="3">
                  <c:v>31.0</c:v>
                </c:pt>
                <c:pt idx="4">
                  <c:v>32.4</c:v>
                </c:pt>
                <c:pt idx="5">
                  <c:v>33.8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Ouest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19.4</c:v>
                </c:pt>
                <c:pt idx="1">
                  <c:v>20.8</c:v>
                </c:pt>
                <c:pt idx="2">
                  <c:v>19.1</c:v>
                </c:pt>
                <c:pt idx="3">
                  <c:v>20.5</c:v>
                </c:pt>
                <c:pt idx="4">
                  <c:v>18.7</c:v>
                </c:pt>
                <c:pt idx="5">
                  <c:v>20.1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Nord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44.8</c:v>
                </c:pt>
                <c:pt idx="1">
                  <c:v>43.1</c:v>
                </c:pt>
                <c:pt idx="2">
                  <c:v>44.5</c:v>
                </c:pt>
                <c:pt idx="3">
                  <c:v>42.7</c:v>
                </c:pt>
                <c:pt idx="4">
                  <c:v>44.1</c:v>
                </c:pt>
                <c:pt idx="5">
                  <c:v>42.4</c:v>
                </c:pt>
              </c:numCache>
            </c:numRef>
          </c:val>
        </c:ser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Nord</c:v>
                </c:pt>
              </c:strCache>
            </c:strRef>
          </c:tx>
          <c:explosion val="25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44.8</c:v>
                </c:pt>
                <c:pt idx="1">
                  <c:v>43.1</c:v>
                </c:pt>
                <c:pt idx="2">
                  <c:v>44.5</c:v>
                </c:pt>
                <c:pt idx="3">
                  <c:v>42.7</c:v>
                </c:pt>
                <c:pt idx="4">
                  <c:v>44.1</c:v>
                </c:pt>
                <c:pt idx="5">
                  <c:v>42.4</c:v>
                </c:pt>
              </c:numCache>
            </c:numRef>
          </c:val>
        </c:ser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Nord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44.8</c:v>
                </c:pt>
                <c:pt idx="1">
                  <c:v>43.1</c:v>
                </c:pt>
                <c:pt idx="2">
                  <c:v>44.5</c:v>
                </c:pt>
                <c:pt idx="3">
                  <c:v>42.7</c:v>
                </c:pt>
                <c:pt idx="4">
                  <c:v>44.1</c:v>
                </c:pt>
                <c:pt idx="5">
                  <c:v>42.4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Sud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33.1</c:v>
                </c:pt>
                <c:pt idx="1">
                  <c:v>31.4</c:v>
                </c:pt>
                <c:pt idx="2">
                  <c:v>32.8</c:v>
                </c:pt>
                <c:pt idx="3">
                  <c:v>31.0</c:v>
                </c:pt>
                <c:pt idx="4">
                  <c:v>32.4</c:v>
                </c:pt>
                <c:pt idx="5">
                  <c:v>33.8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Ouest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19.4</c:v>
                </c:pt>
                <c:pt idx="1">
                  <c:v>20.8</c:v>
                </c:pt>
                <c:pt idx="2">
                  <c:v>19.1</c:v>
                </c:pt>
                <c:pt idx="3">
                  <c:v>20.5</c:v>
                </c:pt>
                <c:pt idx="4">
                  <c:v>18.7</c:v>
                </c:pt>
                <c:pt idx="5">
                  <c:v>20.1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crossAx val="2073612648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44.8</c:v>
                </c:pt>
                <c:pt idx="1">
                  <c:v>43.1</c:v>
                </c:pt>
                <c:pt idx="2">
                  <c:v>44.5</c:v>
                </c:pt>
                <c:pt idx="3">
                  <c:v>42.7</c:v>
                </c:pt>
                <c:pt idx="4">
                  <c:v>44.1</c:v>
                </c:pt>
                <c:pt idx="5">
                  <c:v>42.4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33.1</c:v>
                </c:pt>
                <c:pt idx="1">
                  <c:v>31.4</c:v>
                </c:pt>
                <c:pt idx="2">
                  <c:v>32.8</c:v>
                </c:pt>
                <c:pt idx="3">
                  <c:v>31.0</c:v>
                </c:pt>
                <c:pt idx="4">
                  <c:v>32.4</c:v>
                </c:pt>
                <c:pt idx="5">
                  <c:v>33.8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Ouest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19.4</c:v>
                </c:pt>
                <c:pt idx="1">
                  <c:v>20.8</c:v>
                </c:pt>
                <c:pt idx="2">
                  <c:v>19.1</c:v>
                </c:pt>
                <c:pt idx="3">
                  <c:v>20.5</c:v>
                </c:pt>
                <c:pt idx="4">
                  <c:v>18.7</c:v>
                </c:pt>
                <c:pt idx="5">
                  <c:v>20.1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crossAx val="2073612648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44.8</c:v>
                </c:pt>
                <c:pt idx="1">
                  <c:v>43.1</c:v>
                </c:pt>
                <c:pt idx="2">
                  <c:v>44.5</c:v>
                </c:pt>
                <c:pt idx="3">
                  <c:v>42.7</c:v>
                </c:pt>
                <c:pt idx="4">
                  <c:v>44.1</c:v>
                </c:pt>
                <c:pt idx="5">
                  <c:v>42.4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33.1</c:v>
                </c:pt>
                <c:pt idx="1">
                  <c:v>31.4</c:v>
                </c:pt>
                <c:pt idx="2">
                  <c:v>32.8</c:v>
                </c:pt>
                <c:pt idx="3">
                  <c:v>31.0</c:v>
                </c:pt>
                <c:pt idx="4">
                  <c:v>32.4</c:v>
                </c:pt>
                <c:pt idx="5">
                  <c:v>33.8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Ouest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19.4</c:v>
                </c:pt>
                <c:pt idx="1">
                  <c:v>20.8</c:v>
                </c:pt>
                <c:pt idx="2">
                  <c:v>19.1</c:v>
                </c:pt>
                <c:pt idx="3">
                  <c:v>20.5</c:v>
                </c:pt>
                <c:pt idx="4">
                  <c:v>18.7</c:v>
                </c:pt>
                <c:pt idx="5">
                  <c:v>20.1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crossAx val="2073612648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Mesures A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Sheet1!$A$2:$A$9</c:f>
              <c:numCache>
                <c:formatCode>General</c:formatCode>
                <c:ptCount val="8"/>
                <c:pt idx="0">
                  <c:v>0.0</c:v>
                </c:pt>
                <c:pt idx="1">
                  <c:v>1.5</c:v>
                </c:pt>
                <c:pt idx="2">
                  <c:v>3.0</c:v>
                </c:pt>
                <c:pt idx="3">
                  <c:v>4.5</c:v>
                </c:pt>
                <c:pt idx="4">
                  <c:v>6.0</c:v>
                </c:pt>
                <c:pt idx="5">
                  <c:v>7.5</c:v>
                </c:pt>
                <c:pt idx="6">
                  <c:v>9.0</c:v>
                </c:pt>
                <c:pt idx="7">
                  <c:v>10.5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2</c:v>
                </c:pt>
                <c:pt idx="1">
                  <c:v>9</c:v>
                </c:pt>
                <c:pt idx="2">
                  <c:v>16</c:v>
                </c:pt>
                <c:pt idx="3">
                  <c:v>23</c:v>
                </c:pt>
                <c:pt idx="4">
                  <c:v>7</c:v>
                </c:pt>
                <c:pt idx="5">
                  <c:v>14</c:v>
                </c:pt>
                <c:pt idx="6">
                  <c:v>21</c:v>
                </c:pt>
                <c:pt idx="7">
                  <c:v>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Sheet1!$B$11</c:f>
              <c:strCache>
                <c:ptCount val="1"/>
                <c:pt idx="0">
                  <c:v>Mesures B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Sheet1!$A$12:$A$19</c:f>
              <c:numCache>
                <c:formatCode>General</c:formatCode>
                <c:ptCount val="8"/>
                <c:pt idx="0">
                  <c:v>1.0</c:v>
                </c:pt>
                <c:pt idx="1">
                  <c:v>2.5</c:v>
                </c:pt>
                <c:pt idx="2">
                  <c:v>4.0</c:v>
                </c:pt>
                <c:pt idx="3">
                  <c:v>5.5</c:v>
                </c:pt>
                <c:pt idx="4">
                  <c:v>7.0</c:v>
                </c:pt>
                <c:pt idx="5">
                  <c:v>8.5</c:v>
                </c:pt>
                <c:pt idx="6">
                  <c:v>10.0</c:v>
                </c:pt>
                <c:pt idx="7">
                  <c:v>11.5</c:v>
                </c:pt>
              </c:numCache>
            </c:numRef>
          </c:xVal>
          <c:yVal>
            <c:numRef>
              <c:f>Sheet1!$B$12:$B$19</c:f>
              <c:numCache>
                <c:formatCode>General</c:formatCode>
                <c:ptCount val="8"/>
                <c:pt idx="0">
                  <c:v>15</c:v>
                </c:pt>
                <c:pt idx="1">
                  <c:v>22</c:v>
                </c:pt>
                <c:pt idx="2">
                  <c:v>6</c:v>
                </c:pt>
                <c:pt idx="3">
                  <c:v>13</c:v>
                </c:pt>
                <c:pt idx="4">
                  <c:v>20</c:v>
                </c:pt>
                <c:pt idx="5">
                  <c:v>4</c:v>
                </c:pt>
                <c:pt idx="6">
                  <c:v>11</c:v>
                </c:pt>
                <c:pt idx="7">
                  <c:v>18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Mesures A</c:v>
                </c:pt>
              </c:strCache>
            </c:strRef>
          </c:tx>
          <c:xVal>
            <c:numRef>
              <c:f>Sheet1!$A$2:$A$9</c:f>
              <c:numCache>
                <c:formatCode>General</c:formatCode>
                <c:ptCount val="8"/>
                <c:pt idx="0">
                  <c:v>0.0</c:v>
                </c:pt>
                <c:pt idx="1">
                  <c:v>1.5</c:v>
                </c:pt>
                <c:pt idx="2">
                  <c:v>3.0</c:v>
                </c:pt>
                <c:pt idx="3">
                  <c:v>4.5</c:v>
                </c:pt>
                <c:pt idx="4">
                  <c:v>6.0</c:v>
                </c:pt>
                <c:pt idx="5">
                  <c:v>7.5</c:v>
                </c:pt>
                <c:pt idx="6">
                  <c:v>9.0</c:v>
                </c:pt>
                <c:pt idx="7">
                  <c:v>10.5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2</c:v>
                </c:pt>
                <c:pt idx="1">
                  <c:v>9</c:v>
                </c:pt>
                <c:pt idx="2">
                  <c:v>16</c:v>
                </c:pt>
                <c:pt idx="3">
                  <c:v>23</c:v>
                </c:pt>
                <c:pt idx="4">
                  <c:v>7</c:v>
                </c:pt>
                <c:pt idx="5">
                  <c:v>14</c:v>
                </c:pt>
                <c:pt idx="6">
                  <c:v>21</c:v>
                </c:pt>
                <c:pt idx="7">
                  <c:v>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Sheet1!$B$11</c:f>
              <c:strCache>
                <c:ptCount val="1"/>
                <c:pt idx="0">
                  <c:v>Mesures B</c:v>
                </c:pt>
              </c:strCache>
            </c:strRef>
          </c:tx>
          <c:xVal>
            <c:numRef>
              <c:f>Sheet1!$A$12:$A$19</c:f>
              <c:numCache>
                <c:formatCode>General</c:formatCode>
                <c:ptCount val="8"/>
                <c:pt idx="0">
                  <c:v>1.0</c:v>
                </c:pt>
                <c:pt idx="1">
                  <c:v>2.5</c:v>
                </c:pt>
                <c:pt idx="2">
                  <c:v>4.0</c:v>
                </c:pt>
                <c:pt idx="3">
                  <c:v>5.5</c:v>
                </c:pt>
                <c:pt idx="4">
                  <c:v>7.0</c:v>
                </c:pt>
                <c:pt idx="5">
                  <c:v>8.5</c:v>
                </c:pt>
                <c:pt idx="6">
                  <c:v>10.0</c:v>
                </c:pt>
                <c:pt idx="7">
                  <c:v>11.5</c:v>
                </c:pt>
              </c:numCache>
            </c:numRef>
          </c:xVal>
          <c:yVal>
            <c:numRef>
              <c:f>Sheet1!$B$12:$B$19</c:f>
              <c:numCache>
                <c:formatCode>General</c:formatCode>
                <c:ptCount val="8"/>
                <c:pt idx="0">
                  <c:v>15</c:v>
                </c:pt>
                <c:pt idx="1">
                  <c:v>22</c:v>
                </c:pt>
                <c:pt idx="2">
                  <c:v>6</c:v>
                </c:pt>
                <c:pt idx="3">
                  <c:v>13</c:v>
                </c:pt>
                <c:pt idx="4">
                  <c:v>20</c:v>
                </c:pt>
                <c:pt idx="5">
                  <c:v>4</c:v>
                </c:pt>
                <c:pt idx="6">
                  <c:v>11</c:v>
                </c:pt>
                <c:pt idx="7">
                  <c:v>18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Mesures A</c:v>
                </c:pt>
              </c:strCache>
            </c:strRef>
          </c:tx>
          <c:marker>
            <c:symbol val="none"/>
          </c:marker>
          <c:xVal>
            <c:numRef>
              <c:f>Sheet1!$A$2:$A$9</c:f>
              <c:numCache>
                <c:formatCode>General</c:formatCode>
                <c:ptCount val="8"/>
                <c:pt idx="0">
                  <c:v>0.0</c:v>
                </c:pt>
                <c:pt idx="1">
                  <c:v>1.5</c:v>
                </c:pt>
                <c:pt idx="2">
                  <c:v>3.0</c:v>
                </c:pt>
                <c:pt idx="3">
                  <c:v>4.5</c:v>
                </c:pt>
                <c:pt idx="4">
                  <c:v>6.0</c:v>
                </c:pt>
                <c:pt idx="5">
                  <c:v>7.5</c:v>
                </c:pt>
                <c:pt idx="6">
                  <c:v>9.0</c:v>
                </c:pt>
                <c:pt idx="7">
                  <c:v>10.5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2</c:v>
                </c:pt>
                <c:pt idx="1">
                  <c:v>9</c:v>
                </c:pt>
                <c:pt idx="2">
                  <c:v>16</c:v>
                </c:pt>
                <c:pt idx="3">
                  <c:v>23</c:v>
                </c:pt>
                <c:pt idx="4">
                  <c:v>7</c:v>
                </c:pt>
                <c:pt idx="5">
                  <c:v>14</c:v>
                </c:pt>
                <c:pt idx="6">
                  <c:v>21</c:v>
                </c:pt>
                <c:pt idx="7">
                  <c:v>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Sheet1!$B$11</c:f>
              <c:strCache>
                <c:ptCount val="1"/>
                <c:pt idx="0">
                  <c:v>Mesures B</c:v>
                </c:pt>
              </c:strCache>
            </c:strRef>
          </c:tx>
          <c:marker>
            <c:symbol val="none"/>
          </c:marker>
          <c:xVal>
            <c:numRef>
              <c:f>Sheet1!$A$12:$A$19</c:f>
              <c:numCache>
                <c:formatCode>General</c:formatCode>
                <c:ptCount val="8"/>
                <c:pt idx="0">
                  <c:v>1.0</c:v>
                </c:pt>
                <c:pt idx="1">
                  <c:v>2.5</c:v>
                </c:pt>
                <c:pt idx="2">
                  <c:v>4.0</c:v>
                </c:pt>
                <c:pt idx="3">
                  <c:v>5.5</c:v>
                </c:pt>
                <c:pt idx="4">
                  <c:v>7.0</c:v>
                </c:pt>
                <c:pt idx="5">
                  <c:v>8.5</c:v>
                </c:pt>
                <c:pt idx="6">
                  <c:v>10.0</c:v>
                </c:pt>
                <c:pt idx="7">
                  <c:v>11.5</c:v>
                </c:pt>
              </c:numCache>
            </c:numRef>
          </c:xVal>
          <c:yVal>
            <c:numRef>
              <c:f>Sheet1!$B$12:$B$19</c:f>
              <c:numCache>
                <c:formatCode>General</c:formatCode>
                <c:ptCount val="8"/>
                <c:pt idx="0">
                  <c:v>15</c:v>
                </c:pt>
                <c:pt idx="1">
                  <c:v>22</c:v>
                </c:pt>
                <c:pt idx="2">
                  <c:v>6</c:v>
                </c:pt>
                <c:pt idx="3">
                  <c:v>13</c:v>
                </c:pt>
                <c:pt idx="4">
                  <c:v>20</c:v>
                </c:pt>
                <c:pt idx="5">
                  <c:v>4</c:v>
                </c:pt>
                <c:pt idx="6">
                  <c:v>11</c:v>
                </c:pt>
                <c:pt idx="7">
                  <c:v>18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Mesures A</c:v>
                </c:pt>
              </c:strCache>
            </c:strRef>
          </c:tx>
          <c:xVal>
            <c:numRef>
              <c:f>Sheet1!$A$2:$A$9</c:f>
              <c:numCache>
                <c:formatCode>General</c:formatCode>
                <c:ptCount val="8"/>
                <c:pt idx="0">
                  <c:v>0.0</c:v>
                </c:pt>
                <c:pt idx="1">
                  <c:v>1.5</c:v>
                </c:pt>
                <c:pt idx="2">
                  <c:v>3.0</c:v>
                </c:pt>
                <c:pt idx="3">
                  <c:v>4.5</c:v>
                </c:pt>
                <c:pt idx="4">
                  <c:v>6.0</c:v>
                </c:pt>
                <c:pt idx="5">
                  <c:v>7.5</c:v>
                </c:pt>
                <c:pt idx="6">
                  <c:v>9.0</c:v>
                </c:pt>
                <c:pt idx="7">
                  <c:v>10.5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2</c:v>
                </c:pt>
                <c:pt idx="1">
                  <c:v>9</c:v>
                </c:pt>
                <c:pt idx="2">
                  <c:v>16</c:v>
                </c:pt>
                <c:pt idx="3">
                  <c:v>23</c:v>
                </c:pt>
                <c:pt idx="4">
                  <c:v>7</c:v>
                </c:pt>
                <c:pt idx="5">
                  <c:v>14</c:v>
                </c:pt>
                <c:pt idx="6">
                  <c:v>21</c:v>
                </c:pt>
                <c:pt idx="7">
                  <c:v>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Sheet1!$B$11</c:f>
              <c:strCache>
                <c:ptCount val="1"/>
                <c:pt idx="0">
                  <c:v>Mesures B</c:v>
                </c:pt>
              </c:strCache>
            </c:strRef>
          </c:tx>
          <c:xVal>
            <c:numRef>
              <c:f>Sheet1!$A$12:$A$19</c:f>
              <c:numCache>
                <c:formatCode>General</c:formatCode>
                <c:ptCount val="8"/>
                <c:pt idx="0">
                  <c:v>1.0</c:v>
                </c:pt>
                <c:pt idx="1">
                  <c:v>2.5</c:v>
                </c:pt>
                <c:pt idx="2">
                  <c:v>4.0</c:v>
                </c:pt>
                <c:pt idx="3">
                  <c:v>5.5</c:v>
                </c:pt>
                <c:pt idx="4">
                  <c:v>7.0</c:v>
                </c:pt>
                <c:pt idx="5">
                  <c:v>8.5</c:v>
                </c:pt>
                <c:pt idx="6">
                  <c:v>10.0</c:v>
                </c:pt>
                <c:pt idx="7">
                  <c:v>11.5</c:v>
                </c:pt>
              </c:numCache>
            </c:numRef>
          </c:xVal>
          <c:yVal>
            <c:numRef>
              <c:f>Sheet1!$B$12:$B$19</c:f>
              <c:numCache>
                <c:formatCode>General</c:formatCode>
                <c:ptCount val="8"/>
                <c:pt idx="0">
                  <c:v>15</c:v>
                </c:pt>
                <c:pt idx="1">
                  <c:v>22</c:v>
                </c:pt>
                <c:pt idx="2">
                  <c:v>6</c:v>
                </c:pt>
                <c:pt idx="3">
                  <c:v>13</c:v>
                </c:pt>
                <c:pt idx="4">
                  <c:v>20</c:v>
                </c:pt>
                <c:pt idx="5">
                  <c:v>4</c:v>
                </c:pt>
                <c:pt idx="6">
                  <c:v>11</c:v>
                </c:pt>
                <c:pt idx="7">
                  <c:v>18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Mesures A</c:v>
                </c:pt>
              </c:strCache>
            </c:strRef>
          </c:tx>
          <c:marker>
            <c:symbol val="none"/>
          </c:marker>
          <c:xVal>
            <c:numRef>
              <c:f>Sheet1!$A$2:$A$9</c:f>
              <c:numCache>
                <c:formatCode>General</c:formatCode>
                <c:ptCount val="8"/>
                <c:pt idx="0">
                  <c:v>0.0</c:v>
                </c:pt>
                <c:pt idx="1">
                  <c:v>1.5</c:v>
                </c:pt>
                <c:pt idx="2">
                  <c:v>3.0</c:v>
                </c:pt>
                <c:pt idx="3">
                  <c:v>4.5</c:v>
                </c:pt>
                <c:pt idx="4">
                  <c:v>6.0</c:v>
                </c:pt>
                <c:pt idx="5">
                  <c:v>7.5</c:v>
                </c:pt>
                <c:pt idx="6">
                  <c:v>9.0</c:v>
                </c:pt>
                <c:pt idx="7">
                  <c:v>10.5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2</c:v>
                </c:pt>
                <c:pt idx="1">
                  <c:v>9</c:v>
                </c:pt>
                <c:pt idx="2">
                  <c:v>16</c:v>
                </c:pt>
                <c:pt idx="3">
                  <c:v>23</c:v>
                </c:pt>
                <c:pt idx="4">
                  <c:v>7</c:v>
                </c:pt>
                <c:pt idx="5">
                  <c:v>14</c:v>
                </c:pt>
                <c:pt idx="6">
                  <c:v>21</c:v>
                </c:pt>
                <c:pt idx="7">
                  <c:v>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Sheet1!$B$11</c:f>
              <c:strCache>
                <c:ptCount val="1"/>
                <c:pt idx="0">
                  <c:v>Mesures B</c:v>
                </c:pt>
              </c:strCache>
            </c:strRef>
          </c:tx>
          <c:marker>
            <c:symbol val="none"/>
          </c:marker>
          <c:xVal>
            <c:numRef>
              <c:f>Sheet1!$A$12:$A$19</c:f>
              <c:numCache>
                <c:formatCode>General</c:formatCode>
                <c:ptCount val="8"/>
                <c:pt idx="0">
                  <c:v>1.0</c:v>
                </c:pt>
                <c:pt idx="1">
                  <c:v>2.5</c:v>
                </c:pt>
                <c:pt idx="2">
                  <c:v>4.0</c:v>
                </c:pt>
                <c:pt idx="3">
                  <c:v>5.5</c:v>
                </c:pt>
                <c:pt idx="4">
                  <c:v>7.0</c:v>
                </c:pt>
                <c:pt idx="5">
                  <c:v>8.5</c:v>
                </c:pt>
                <c:pt idx="6">
                  <c:v>10.0</c:v>
                </c:pt>
                <c:pt idx="7">
                  <c:v>11.5</c:v>
                </c:pt>
              </c:numCache>
            </c:numRef>
          </c:xVal>
          <c:yVal>
            <c:numRef>
              <c:f>Sheet1!$B$12:$B$19</c:f>
              <c:numCache>
                <c:formatCode>General</c:formatCode>
                <c:ptCount val="8"/>
                <c:pt idx="0">
                  <c:v>15</c:v>
                </c:pt>
                <c:pt idx="1">
                  <c:v>22</c:v>
                </c:pt>
                <c:pt idx="2">
                  <c:v>6</c:v>
                </c:pt>
                <c:pt idx="3">
                  <c:v>13</c:v>
                </c:pt>
                <c:pt idx="4">
                  <c:v>20</c:v>
                </c:pt>
                <c:pt idx="5">
                  <c:v>4</c:v>
                </c:pt>
                <c:pt idx="6">
                  <c:v>11</c:v>
                </c:pt>
                <c:pt idx="7">
                  <c:v>18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AREA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10515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AREA_STACKED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10515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AREA_STACKED_100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10515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BAR_CLUSTERED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10515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BAR_STACKED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10515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BAR_STACKED_100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10515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BUBBLE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10515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BUBBLE_THREE_D_EFFECT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10515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COLUMN_CLUSTERED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10515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COLUMN_STACKED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10515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COLUMN_STACKED_100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10515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DOUGHNUT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10515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DOUGHNUT_EXPLODED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10515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10515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LINE_MARKERS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10515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LINE_MARKERS_STACKED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10515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LINE_MARKERS_STACKED_100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10515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LINE_STACKED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10515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LINE_STACKED_100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10515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10515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PIE_EXPLODED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10515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RADAR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10515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RADAR_FILLED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10515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RADAR_MARKERS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10515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XY_SCATTER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10515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XY_SCATTER_LINES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10515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XY_SCATTER_LINES_NO_MARKERS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10515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XY_SCATTER_SMOOTH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10515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XY_SCATTER_SMOOTH_NO_MARKERS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10515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