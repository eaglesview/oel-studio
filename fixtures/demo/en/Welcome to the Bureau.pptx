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Best lap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Léa</c:v>
                </c:pt>
                <c:pt idx="1">
                  <c:v>Samuel</c:v>
                </c:pt>
                <c:pt idx="2">
                  <c:v>Maya</c:v>
                </c:pt>
                <c:pt idx="3">
                  <c:v>Noah</c:v>
                </c:pt>
                <c:pt idx="4">
                  <c:v>Zoé</c:v>
                </c:pt>
                <c:pt idx="5">
                  <c:v>Félix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59.8</c:v>
                </c:pt>
                <c:pt idx="1">
                  <c:v>64.9</c:v>
                </c:pt>
                <c:pt idx="2">
                  <c:v>58.1</c:v>
                </c:pt>
                <c:pt idx="3">
                  <c:v>68.8</c:v>
                </c:pt>
                <c:pt idx="4">
                  <c:v>61.7</c:v>
                </c:pt>
                <c:pt idx="5">
                  <c:v>72.9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Léa</c:v>
                </c:pt>
                <c:pt idx="1">
                  <c:v>Samuel</c:v>
                </c:pt>
                <c:pt idx="2">
                  <c:v>Maya</c:v>
                </c:pt>
                <c:pt idx="3">
                  <c:v>Noah</c:v>
                </c:pt>
                <c:pt idx="4">
                  <c:v>Zoé</c:v>
                </c:pt>
                <c:pt idx="5">
                  <c:v>Félix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60.47</c:v>
                </c:pt>
                <c:pt idx="1">
                  <c:v>65.43</c:v>
                </c:pt>
                <c:pt idx="2">
                  <c:v>58.6</c:v>
                </c:pt>
                <c:pt idx="3">
                  <c:v>69.5</c:v>
                </c:pt>
                <c:pt idx="4">
                  <c:v>62.37</c:v>
                </c:pt>
                <c:pt idx="5">
                  <c:v>73.6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5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Seconds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834640"/>
            <a:ext cx="10362895" cy="1280160"/>
          </a:xfrm>
        </p:spPr>
        <p:txBody>
          <a:bodyPr/>
          <a:lstStyle/>
          <a:p>
            <a:pPr algn="ctr"/>
            <a:r>
              <a:rPr sz="4800" b="1">
                <a:solidFill>
                  <a:srgbClr val="34333D"/>
                </a:solidFill>
              </a:rPr>
              <a:t>OutilsEnLigne · Bureau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206240"/>
            <a:ext cx="10362895" cy="822960"/>
          </a:xfrm>
        </p:spPr>
        <p:txBody>
          <a:bodyPr/>
          <a:lstStyle/>
          <a:p>
            <a:pPr algn="ctr"/>
            <a:r>
              <a:rPr sz="2400" b="0">
                <a:solidFill>
                  <a:srgbClr val="7859C5"/>
                </a:solidFill>
              </a:rPr>
              <a:t>All your files on one desk</a:t>
            </a:r>
          </a:p>
        </p:txBody>
      </p:sp>
      <p:pic>
        <p:nvPicPr>
          <p:cNvPr id="4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167" y="82296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34333D"/>
                </a:solidFill>
              </a:rPr>
              <a:t>How to use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45775" cy="4206240"/>
          </a:xfrm>
        </p:spPr>
        <p:txBody>
          <a:bodyPr/>
          <a:lstStyle/>
          <a:p>
            <a:pPr>
              <a:spcAft>
                <a:spcPts val="1800"/>
              </a:spcAft>
            </a:pPr>
            <a:r>
              <a:rPr sz="2800" b="0">
                <a:solidFill>
                  <a:srgbClr val="34333D"/>
                </a:solidFill>
              </a:rPr>
              <a:t>Double-click a text to edit it.</a:t>
            </a:r>
          </a:p>
          <a:p>
            <a:pPr>
              <a:spcAft>
                <a:spcPts val="1800"/>
              </a:spcAft>
            </a:pPr>
            <a:r>
              <a:rPr sz="2800" b="0">
                <a:solidFill>
                  <a:srgbClr val="34333D"/>
                </a:solidFill>
              </a:rPr>
              <a:t>Add a slide with “+” in the filmstrip.</a:t>
            </a:r>
          </a:p>
          <a:p>
            <a:pPr>
              <a:spcAft>
                <a:spcPts val="1800"/>
              </a:spcAft>
            </a:pPr>
            <a:r>
              <a:rPr sz="2800" b="0">
                <a:solidFill>
                  <a:srgbClr val="34333D"/>
                </a:solidFill>
              </a:rPr>
              <a:t>Change a time in the spreadsheet: the chart on slide 3 follows.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34333D"/>
                </a:solidFill>
              </a:rPr>
              <a:t>Race results</a:t>
            </a:r>
          </a:p>
        </p:txBody>
      </p:sp>
      <p:graphicFrame>
        <p:nvGraphicFramePr>
          <p:cNvPr id="3" name="Spreadsheet chart"/>
          <p:cNvGraphicFramePr>
            <a:graphicFrameLocks noGrp="1"/>
          </p:cNvGraphicFramePr>
          <p:nvPr/>
        </p:nvGraphicFramePr>
        <p:xfrm>
          <a:off x="1097280" y="1645920"/>
          <a:ext cx="999713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hank you"/>
          <p:cNvSpPr txBox="1"/>
          <p:nvPr/>
        </p:nvSpPr>
        <p:spPr>
          <a:xfrm>
            <a:off x="914400" y="2697480"/>
            <a:ext cx="10362895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Bureau</dc:title>
  <dc:subject/>
  <dc:creator>OutilsEnLigne</dc:creator>
  <cp:keywords/>
  <dc:description>generated using python-pptx</dc:description>
  <cp:lastModifiedBy>OutilsEnLigne</cp:lastModifiedBy>
  <cp:revision>1</cp:revision>
  <dcterms:created xsi:type="dcterms:W3CDTF">2026-10-11T09:00:00Z</dcterms:created>
  <dcterms:modified xsi:type="dcterms:W3CDTF">2026-10-11T09:00:00Z</dcterms:modified>
  <cp:category/>
</cp:coreProperties>
</file>